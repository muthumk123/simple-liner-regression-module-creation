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media/image1.png" ContentType="image/png"/>
  <Override PartName="/ppt/media/image2.png" ContentType="image/png"/>
  <Override PartName="/ppt/media/image3.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Lst>
  <p:sldIdLst>
    <p:sldId id="256" r:id="rId4"/>
    <p:sldId id="257" r:id="rId5"/>
    <p:sldId id="258" r:id="rId6"/>
    <p:sldId id="259" r:id="rId7"/>
    <p:sldId id="260" r:id="rId8"/>
    <p:sldId id="261" r:id="rId9"/>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lue_Curve">
    <p:spTree>
      <p:nvGrpSpPr>
        <p:cNvPr id="1" name=""/>
        <p:cNvGrpSpPr/>
        <p:nvPr/>
      </p:nvGrpSpPr>
      <p:grpSpPr>
        <a:xfrm>
          <a:off x="0" y="0"/>
          <a:ext cx="0" cy="0"/>
          <a:chOff x="0" y="0"/>
          <a:chExt cx="0" cy="0"/>
        </a:xfrm>
      </p:grpSpPr>
      <p:sp>
        <p:nvSpPr>
          <p:cNvPr id="6" name="PlaceHolder 1"/>
          <p:cNvSpPr>
            <a:spLocks noGrp="1"/>
          </p:cNvSpPr>
          <p:nvPr>
            <p:ph type="title"/>
          </p:nvPr>
        </p:nvSpPr>
        <p:spPr>
          <a:xfrm>
            <a:off x="360000" y="180000"/>
            <a:ext cx="9360000" cy="478080"/>
          </a:xfrm>
          <a:prstGeom prst="rect">
            <a:avLst/>
          </a:prstGeom>
          <a:noFill/>
          <a:ln w="0">
            <a:noFill/>
          </a:ln>
        </p:spPr>
        <p:txBody>
          <a:bodyPr lIns="0" rIns="0" tIns="0" bIns="0" anchor="ctr">
            <a:spAutoFit/>
          </a:bodyPr>
          <a:p>
            <a:pPr indent="0" algn="ctr">
              <a:buNone/>
            </a:pPr>
            <a:endParaRPr b="0" lang="en-IN" sz="3300" strike="noStrike" u="none">
              <a:solidFill>
                <a:srgbClr val="eeeeee"/>
              </a:solidFill>
              <a:effectLst/>
              <a:uFillTx/>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73CFE3B4-A8EA-4FAA-83BA-2BBC8B3D3E27}"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
    <p:spTree>
      <p:nvGrpSpPr>
        <p:cNvPr id="1" name=""/>
        <p:cNvGrpSpPr/>
        <p:nvPr/>
      </p:nvGrpSpPr>
      <p:grpSpPr>
        <a:xfrm>
          <a:off x="0" y="0"/>
          <a:ext cx="0" cy="0"/>
          <a:chOff x="0" y="0"/>
          <a:chExt cx="0" cy="0"/>
        </a:xfrm>
      </p:grpSpPr>
      <p:sp>
        <p:nvSpPr>
          <p:cNvPr id="7" name="PlaceHolder 1"/>
          <p:cNvSpPr>
            <a:spLocks noGrp="1"/>
          </p:cNvSpPr>
          <p:nvPr>
            <p:ph type="title"/>
          </p:nvPr>
        </p:nvSpPr>
        <p:spPr>
          <a:xfrm>
            <a:off x="360000" y="180000"/>
            <a:ext cx="9360000" cy="478080"/>
          </a:xfrm>
          <a:prstGeom prst="rect">
            <a:avLst/>
          </a:prstGeom>
          <a:noFill/>
          <a:ln w="0">
            <a:noFill/>
          </a:ln>
        </p:spPr>
        <p:txBody>
          <a:bodyPr lIns="0" rIns="0" tIns="0" bIns="0" anchor="ctr">
            <a:spAutoFit/>
          </a:bodyPr>
          <a:p>
            <a:pPr indent="0" algn="ctr">
              <a:buNone/>
            </a:pPr>
            <a:endParaRPr b="0" lang="en-IN" sz="3300" strike="noStrike" u="none">
              <a:solidFill>
                <a:srgbClr val="eeeeee"/>
              </a:solidFill>
              <a:effectLst/>
              <a:uFillTx/>
              <a:latin typeface="Arial"/>
            </a:endParaRPr>
          </a:p>
        </p:txBody>
      </p:sp>
      <p:sp>
        <p:nvSpPr>
          <p:cNvPr id="8"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IN" sz="2400" strike="noStrike" u="none">
              <a:solidFill>
                <a:srgbClr val="009bdd"/>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4E179E5-81A7-429E-A9FE-49D7F9C23F1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_Curve1">
    <p:spTree>
      <p:nvGrpSpPr>
        <p:cNvPr id="1" name=""/>
        <p:cNvGrpSpPr/>
        <p:nvPr/>
      </p:nvGrpSpPr>
      <p:grpSpPr>
        <a:xfrm>
          <a:off x="0" y="0"/>
          <a:ext cx="0" cy="0"/>
          <a:chOff x="0" y="0"/>
          <a:chExt cx="0" cy="0"/>
        </a:xfrm>
      </p:grpSpPr>
      <p:sp>
        <p:nvSpPr>
          <p:cNvPr id="16" name="PlaceHolder 1"/>
          <p:cNvSpPr>
            <a:spLocks noGrp="1"/>
          </p:cNvSpPr>
          <p:nvPr>
            <p:ph type="title"/>
          </p:nvPr>
        </p:nvSpPr>
        <p:spPr>
          <a:xfrm>
            <a:off x="360000" y="180000"/>
            <a:ext cx="9360000" cy="478080"/>
          </a:xfrm>
          <a:prstGeom prst="rect">
            <a:avLst/>
          </a:prstGeom>
          <a:noFill/>
          <a:ln w="0">
            <a:noFill/>
          </a:ln>
        </p:spPr>
        <p:txBody>
          <a:bodyPr lIns="0" rIns="0" tIns="0" bIns="0" anchor="ctr">
            <a:spAutoFit/>
          </a:bodyPr>
          <a:p>
            <a:pPr indent="0" algn="ctr">
              <a:buNone/>
            </a:pPr>
            <a:endParaRPr b="0" lang="en-IN" sz="3300" strike="noStrike" u="none">
              <a:solidFill>
                <a:srgbClr val="eeeeee"/>
              </a:solidFill>
              <a:effectLst/>
              <a:uFillTx/>
              <a:latin typeface="Arial"/>
            </a:endParaRPr>
          </a:p>
        </p:txBody>
      </p:sp>
      <p:sp>
        <p:nvSpPr>
          <p:cNvPr id="17"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indent="0">
              <a:spcBef>
                <a:spcPts val="1060"/>
              </a:spcBef>
              <a:buNone/>
            </a:pPr>
            <a:endParaRPr b="0" lang="en-IN" sz="2400" strike="noStrike" u="none">
              <a:solidFill>
                <a:srgbClr val="009bdd"/>
              </a:solidFill>
              <a:effectLst/>
              <a:uFillTx/>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D87C9A7-B767-4C5E-B8F0-54D04C6F2A35}"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ue_Curv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B41A9DD-D498-4DA4-8BAA-FE7C2673EF66}" type="slidenum">
              <a:t>&lt;#&gt;</a:t>
            </a:fld>
          </a:p>
        </p:txBody>
      </p:sp>
      <p:sp>
        <p:nvSpPr>
          <p:cNvPr id="4" name="PlaceHolder 3"/>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flipH="1" flipV="1">
            <a:off x="0" y="4500000"/>
            <a:ext cx="10080000" cy="1170000"/>
          </a:xfrm>
          <a:prstGeom prst="flowChartDocumen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IN" sz="1800" strike="noStrike" u="none">
              <a:solidFill>
                <a:srgbClr val="000000"/>
              </a:solidFill>
              <a:effectLst/>
              <a:uFillTx/>
              <a:latin typeface="Arial"/>
            </a:endParaRPr>
          </a:p>
        </p:txBody>
      </p:sp>
      <p:sp>
        <p:nvSpPr>
          <p:cNvPr id="1" name="PlaceHolder 1"/>
          <p:cNvSpPr>
            <a:spLocks noGrp="1"/>
          </p:cNvSpPr>
          <p:nvPr>
            <p:ph type="title"/>
          </p:nvPr>
        </p:nvSpPr>
        <p:spPr>
          <a:xfrm>
            <a:off x="0" y="1620000"/>
            <a:ext cx="9000000" cy="1080000"/>
          </a:xfrm>
          <a:prstGeom prst="rect">
            <a:avLst/>
          </a:prstGeom>
          <a:noFill/>
          <a:ln w="0">
            <a:noFill/>
          </a:ln>
        </p:spPr>
        <p:txBody>
          <a:bodyPr lIns="0" rIns="0" tIns="0" bIns="0" anchor="ctr">
            <a:noAutofit/>
          </a:bodyPr>
          <a:p>
            <a:pPr indent="0" algn="ctr">
              <a:buNone/>
            </a:pPr>
            <a:r>
              <a:rPr b="0" lang="en-IN" sz="3300" strike="noStrike" u="none">
                <a:solidFill>
                  <a:srgbClr val="dd4100"/>
                </a:solidFill>
                <a:effectLst/>
                <a:uFillTx/>
                <a:latin typeface="Arial"/>
              </a:rPr>
              <a:t>Click to edit the title text format</a:t>
            </a:r>
            <a:endParaRPr b="0" lang="en-IN" sz="3300" strike="noStrike" u="none">
              <a:solidFill>
                <a:srgbClr val="dd4100"/>
              </a:solidFill>
              <a:effectLst/>
              <a:uFillTx/>
              <a:latin typeface="Arial"/>
            </a:endParaRPr>
          </a:p>
        </p:txBody>
      </p:sp>
      <p:sp>
        <p:nvSpPr>
          <p:cNvPr id="2" name="PlaceHolder 2"/>
          <p:cNvSpPr>
            <a:spLocks noGrp="1"/>
          </p:cNvSpPr>
          <p:nvPr>
            <p:ph type="body"/>
          </p:nvPr>
        </p:nvSpPr>
        <p:spPr>
          <a:xfrm>
            <a:off x="360000" y="2880000"/>
            <a:ext cx="9360000" cy="1620000"/>
          </a:xfrm>
          <a:prstGeom prst="rect">
            <a:avLst/>
          </a:prstGeom>
          <a:noFill/>
          <a:ln w="0">
            <a:noFill/>
          </a:ln>
        </p:spPr>
        <p:txBody>
          <a:bodyPr lIns="0" rIns="0" tIns="0" bIns="0" anchor="t">
            <a:normAutofit fontScale="92500" lnSpcReduction="19999"/>
          </a:bodyPr>
          <a:p>
            <a:pPr marL="432000" indent="-324000">
              <a:spcBef>
                <a:spcPts val="1060"/>
              </a:spcBef>
              <a:buClr>
                <a:srgbClr val="77caee"/>
              </a:buClr>
              <a:buSzPct val="45000"/>
              <a:buFont typeface="Wingdings" charset="2"/>
              <a:buChar char=""/>
            </a:pPr>
            <a:r>
              <a:rPr b="0" lang="en-IN" sz="2400" strike="noStrike" u="none">
                <a:solidFill>
                  <a:srgbClr val="009bdd"/>
                </a:solidFill>
                <a:effectLst/>
                <a:uFillTx/>
                <a:latin typeface="Arial"/>
              </a:rPr>
              <a:t>Click to edit the outline text format</a:t>
            </a:r>
            <a:endParaRPr b="0" lang="en-IN" sz="2400" strike="noStrike" u="none">
              <a:solidFill>
                <a:srgbClr val="009bdd"/>
              </a:solidFill>
              <a:effectLst/>
              <a:uFillTx/>
              <a:latin typeface="Arial"/>
            </a:endParaRPr>
          </a:p>
          <a:p>
            <a:pPr lvl="1" marL="864000" indent="-324000">
              <a:spcBef>
                <a:spcPts val="850"/>
              </a:spcBef>
              <a:buClr>
                <a:srgbClr val="77caee"/>
              </a:buClr>
              <a:buSzPct val="45000"/>
              <a:buFont typeface="Wingdings" charset="2"/>
              <a:buChar char=""/>
            </a:pPr>
            <a:r>
              <a:rPr b="0" lang="en-IN" sz="2100" strike="noStrike" u="none">
                <a:solidFill>
                  <a:srgbClr val="009bdd"/>
                </a:solidFill>
                <a:effectLst/>
                <a:uFillTx/>
                <a:latin typeface="Arial"/>
              </a:rPr>
              <a:t>Second Outline Level</a:t>
            </a:r>
            <a:endParaRPr b="0" lang="en-IN" sz="2100" strike="noStrike" u="none">
              <a:solidFill>
                <a:srgbClr val="009bdd"/>
              </a:solidFill>
              <a:effectLst/>
              <a:uFillTx/>
              <a:latin typeface="Arial"/>
            </a:endParaRPr>
          </a:p>
          <a:p>
            <a:pPr lvl="2" marL="1296000" indent="-288000">
              <a:spcBef>
                <a:spcPts val="635"/>
              </a:spcBef>
              <a:buClr>
                <a:srgbClr val="77caee"/>
              </a:buClr>
              <a:buSzPct val="45000"/>
              <a:buFont typeface="Wingdings" charset="2"/>
              <a:buChar char=""/>
            </a:pPr>
            <a:r>
              <a:rPr b="0" lang="en-IN" sz="1800" strike="noStrike" u="none">
                <a:solidFill>
                  <a:srgbClr val="009bdd"/>
                </a:solidFill>
                <a:effectLst/>
                <a:uFillTx/>
                <a:latin typeface="Arial"/>
              </a:rPr>
              <a:t>Third Outline Level</a:t>
            </a:r>
            <a:endParaRPr b="0" lang="en-IN" sz="1800" strike="noStrike" u="none">
              <a:solidFill>
                <a:srgbClr val="009bdd"/>
              </a:solidFill>
              <a:effectLst/>
              <a:uFillTx/>
              <a:latin typeface="Arial"/>
            </a:endParaRPr>
          </a:p>
          <a:p>
            <a:pPr lvl="3" marL="1728000" indent="-216000">
              <a:spcBef>
                <a:spcPts val="422"/>
              </a:spcBef>
              <a:buClr>
                <a:srgbClr val="77caee"/>
              </a:buClr>
              <a:buSzPct val="45000"/>
              <a:buFont typeface="Wingdings" charset="2"/>
              <a:buChar char=""/>
            </a:pPr>
            <a:r>
              <a:rPr b="0" lang="en-IN" sz="1500" strike="noStrike" u="none">
                <a:solidFill>
                  <a:srgbClr val="009bdd"/>
                </a:solidFill>
                <a:effectLst/>
                <a:uFillTx/>
                <a:latin typeface="Arial"/>
              </a:rPr>
              <a:t>Fourth Outline Level</a:t>
            </a:r>
            <a:endParaRPr b="0" lang="en-IN" sz="1500" strike="noStrike" u="none">
              <a:solidFill>
                <a:srgbClr val="009bdd"/>
              </a:solidFill>
              <a:effectLst/>
              <a:uFillTx/>
              <a:latin typeface="Arial"/>
            </a:endParaRPr>
          </a:p>
          <a:p>
            <a:pPr lvl="4" marL="2160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Fifth Outline Level</a:t>
            </a:r>
            <a:endParaRPr b="0" lang="en-IN" sz="1500" strike="noStrike" u="none">
              <a:solidFill>
                <a:srgbClr val="009bdd"/>
              </a:solidFill>
              <a:effectLst/>
              <a:uFillTx/>
              <a:latin typeface="Arial"/>
            </a:endParaRPr>
          </a:p>
          <a:p>
            <a:pPr lvl="5" marL="2592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Sixth Outline Level</a:t>
            </a:r>
            <a:endParaRPr b="0" lang="en-IN" sz="1500" strike="noStrike" u="none">
              <a:solidFill>
                <a:srgbClr val="009bdd"/>
              </a:solidFill>
              <a:effectLst/>
              <a:uFillTx/>
              <a:latin typeface="Arial"/>
            </a:endParaRPr>
          </a:p>
          <a:p>
            <a:pPr lvl="6" marL="3024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Seventh Outline Level</a:t>
            </a:r>
            <a:endParaRPr b="0" lang="en-IN" sz="1500" strike="noStrike" u="none">
              <a:solidFill>
                <a:srgbClr val="009bdd"/>
              </a:solidFill>
              <a:effectLst/>
              <a:uFillTx/>
              <a:latin typeface="Arial"/>
            </a:endParaRPr>
          </a:p>
        </p:txBody>
      </p:sp>
      <p:sp>
        <p:nvSpPr>
          <p:cNvPr id="3" name="PlaceHolder 3"/>
          <p:cNvSpPr>
            <a:spLocks noGrp="1"/>
          </p:cNvSpPr>
          <p:nvPr>
            <p:ph type="dt" idx="1"/>
          </p:nvPr>
        </p:nvSpPr>
        <p:spPr>
          <a:xfrm>
            <a:off x="360000" y="5220000"/>
            <a:ext cx="2340000" cy="360000"/>
          </a:xfrm>
          <a:prstGeom prst="rect">
            <a:avLst/>
          </a:prstGeom>
          <a:noFill/>
          <a:ln w="0">
            <a:noFill/>
          </a:ln>
        </p:spPr>
        <p:txBody>
          <a:bodyPr lIns="0" rIns="0" tIns="0" bIns="0" anchor="t">
            <a:noAutofit/>
          </a:bodyPr>
          <a:lstStyle>
            <a:lvl1pPr indent="0">
              <a:buNone/>
              <a:defRPr b="0" lang="en-IN" sz="1400" strike="noStrike" u="none">
                <a:solidFill>
                  <a:srgbClr val="ffffff"/>
                </a:solidFill>
                <a:effectLst/>
                <a:uFillTx/>
                <a:latin typeface="Arial"/>
              </a:defRPr>
            </a:lvl1pPr>
          </a:lstStyle>
          <a:p>
            <a:pPr indent="0">
              <a:buNone/>
            </a:pPr>
            <a:r>
              <a:rPr b="0" lang="en-IN" sz="1400" strike="noStrike" u="none">
                <a:solidFill>
                  <a:srgbClr val="ffffff"/>
                </a:solidFill>
                <a:effectLst/>
                <a:uFillTx/>
                <a:latin typeface="Arial"/>
              </a:rPr>
              <a:t>&lt;date/time&gt;</a:t>
            </a:r>
            <a:endParaRPr b="0" lang="en-IN" sz="1400" strike="noStrike" u="none">
              <a:solidFill>
                <a:srgbClr val="ffffff"/>
              </a:solidFill>
              <a:effectLst/>
              <a:uFillTx/>
              <a:latin typeface="Arial"/>
            </a:endParaRPr>
          </a:p>
        </p:txBody>
      </p:sp>
      <p:sp>
        <p:nvSpPr>
          <p:cNvPr id="4" name="PlaceHolder 4"/>
          <p:cNvSpPr>
            <a:spLocks noGrp="1"/>
          </p:cNvSpPr>
          <p:nvPr>
            <p:ph type="ftr" idx="2"/>
          </p:nvPr>
        </p:nvSpPr>
        <p:spPr>
          <a:xfrm>
            <a:off x="3420000" y="5220000"/>
            <a:ext cx="3240000" cy="360000"/>
          </a:xfrm>
          <a:prstGeom prst="rect">
            <a:avLst/>
          </a:prstGeom>
          <a:noFill/>
          <a:ln w="0">
            <a:noFill/>
          </a:ln>
        </p:spPr>
        <p:txBody>
          <a:bodyPr lIns="0" rIns="0" tIns="0" bIns="0" anchor="t">
            <a:noAutofit/>
          </a:bodyPr>
          <a:lstStyle>
            <a:lvl1pPr indent="0" algn="ctr">
              <a:buNone/>
              <a:defRPr b="0" lang="en-IN" sz="1400" strike="noStrike" u="none">
                <a:solidFill>
                  <a:srgbClr val="ffffff"/>
                </a:solidFill>
                <a:effectLst/>
                <a:uFillTx/>
                <a:latin typeface="Arial"/>
              </a:defRPr>
            </a:lvl1pPr>
          </a:lstStyle>
          <a:p>
            <a:pPr indent="0" algn="ctr">
              <a:buNone/>
            </a:pPr>
            <a:r>
              <a:rPr b="0" lang="en-IN" sz="1400" strike="noStrike" u="none">
                <a:solidFill>
                  <a:srgbClr val="ffffff"/>
                </a:solidFill>
                <a:effectLst/>
                <a:uFillTx/>
                <a:latin typeface="Arial"/>
              </a:rPr>
              <a:t>&lt;footer&gt;</a:t>
            </a:r>
            <a:endParaRPr b="0" lang="en-IN" sz="1400" strike="noStrike" u="none">
              <a:solidFill>
                <a:srgbClr val="ffffff"/>
              </a:solidFill>
              <a:effectLst/>
              <a:uFillTx/>
              <a:latin typeface="Arial"/>
            </a:endParaRPr>
          </a:p>
        </p:txBody>
      </p:sp>
      <p:sp>
        <p:nvSpPr>
          <p:cNvPr id="5" name="PlaceHolder 5"/>
          <p:cNvSpPr>
            <a:spLocks noGrp="1"/>
          </p:cNvSpPr>
          <p:nvPr>
            <p:ph type="sldNum" idx="3"/>
          </p:nvPr>
        </p:nvSpPr>
        <p:spPr>
          <a:xfrm>
            <a:off x="7380000" y="5220000"/>
            <a:ext cx="2340000" cy="360000"/>
          </a:xfrm>
          <a:prstGeom prst="rect">
            <a:avLst/>
          </a:prstGeom>
          <a:noFill/>
          <a:ln w="0">
            <a:noFill/>
          </a:ln>
        </p:spPr>
        <p:txBody>
          <a:bodyPr lIns="0" rIns="0" tIns="0" bIns="0" anchor="t">
            <a:noAutofit/>
          </a:bodyPr>
          <a:lstStyle>
            <a:lvl1pPr indent="0" algn="r">
              <a:buNone/>
              <a:defRPr b="0" lang="en-IN" sz="1400" strike="noStrike" u="none">
                <a:solidFill>
                  <a:srgbClr val="ffffff"/>
                </a:solidFill>
                <a:effectLst/>
                <a:uFillTx/>
                <a:latin typeface="Arial"/>
              </a:defRPr>
            </a:lvl1pPr>
          </a:lstStyle>
          <a:p>
            <a:pPr indent="0" algn="r">
              <a:buNone/>
            </a:pPr>
            <a:fld id="{FAFBA5C5-8594-4316-B7AE-D872AD50EB97}" type="slidenum">
              <a:rPr b="0" lang="en-IN" sz="1400" strike="noStrike" u="none">
                <a:solidFill>
                  <a:srgbClr val="ffffff"/>
                </a:solidFill>
                <a:effectLst/>
                <a:uFillTx/>
                <a:latin typeface="Arial"/>
              </a:rPr>
              <a:t>&lt;number&gt;</a:t>
            </a:fld>
            <a:endParaRPr b="0" lang="en-IN" sz="1400" strike="noStrike" u="none">
              <a:solidFill>
                <a:srgbClr val="ffffff"/>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 name=""/>
          <p:cNvSpPr/>
          <p:nvPr/>
        </p:nvSpPr>
        <p:spPr>
          <a:xfrm>
            <a:off x="0" y="0"/>
            <a:ext cx="10076760" cy="72000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IN" sz="1800" strike="noStrike" u="none">
              <a:solidFill>
                <a:srgbClr val="000000"/>
              </a:solidFill>
              <a:effectLst/>
              <a:uFillTx/>
              <a:latin typeface="Arial"/>
            </a:endParaRPr>
          </a:p>
        </p:txBody>
      </p:sp>
      <p:sp>
        <p:nvSpPr>
          <p:cNvPr id="10" name=""/>
          <p:cNvSpPr/>
          <p:nvPr/>
        </p:nvSpPr>
        <p:spPr>
          <a:xfrm>
            <a:off x="3240" y="5040000"/>
            <a:ext cx="10076760" cy="631440"/>
          </a:xfrm>
          <a:prstGeom prst="rect">
            <a:avLst/>
          </a:prstGeom>
          <a:gradFill rotWithShape="0">
            <a:gsLst>
              <a:gs pos="0">
                <a:srgbClr val="77caee"/>
              </a:gs>
              <a:gs pos="1563">
                <a:srgbClr val="77caee"/>
              </a:gs>
              <a:gs pos="1563">
                <a:srgbClr val="75c9ee"/>
              </a:gs>
              <a:gs pos="3125">
                <a:srgbClr val="75c9ee"/>
              </a:gs>
              <a:gs pos="3125">
                <a:srgbClr val="73c9ed"/>
              </a:gs>
              <a:gs pos="4688">
                <a:srgbClr val="73c9ed"/>
              </a:gs>
              <a:gs pos="4688">
                <a:srgbClr val="71c8ed"/>
              </a:gs>
              <a:gs pos="6250">
                <a:srgbClr val="71c8ed"/>
              </a:gs>
              <a:gs pos="6250">
                <a:srgbClr val="6fc7ed"/>
              </a:gs>
              <a:gs pos="7813">
                <a:srgbClr val="6fc7ed"/>
              </a:gs>
              <a:gs pos="7813">
                <a:srgbClr val="6ec6ed"/>
              </a:gs>
              <a:gs pos="9375">
                <a:srgbClr val="6ec6ed"/>
              </a:gs>
              <a:gs pos="9375">
                <a:srgbClr val="6cc6ec"/>
              </a:gs>
              <a:gs pos="10938">
                <a:srgbClr val="6cc6ec"/>
              </a:gs>
              <a:gs pos="10938">
                <a:srgbClr val="6ac5ec"/>
              </a:gs>
              <a:gs pos="12500">
                <a:srgbClr val="6ac5ec"/>
              </a:gs>
              <a:gs pos="12500">
                <a:srgbClr val="68c4ec"/>
              </a:gs>
              <a:gs pos="14063">
                <a:srgbClr val="68c4ec"/>
              </a:gs>
              <a:gs pos="14063">
                <a:srgbClr val="66c3ec"/>
              </a:gs>
              <a:gs pos="15625">
                <a:srgbClr val="66c3ec"/>
              </a:gs>
              <a:gs pos="15625">
                <a:srgbClr val="64c3eb"/>
              </a:gs>
              <a:gs pos="17188">
                <a:srgbClr val="64c3eb"/>
              </a:gs>
              <a:gs pos="17188">
                <a:srgbClr val="62c2eb"/>
              </a:gs>
              <a:gs pos="18750">
                <a:srgbClr val="62c2eb"/>
              </a:gs>
              <a:gs pos="18750">
                <a:srgbClr val="60c1eb"/>
              </a:gs>
              <a:gs pos="20313">
                <a:srgbClr val="60c1eb"/>
              </a:gs>
              <a:gs pos="20313">
                <a:srgbClr val="5ec0ea"/>
              </a:gs>
              <a:gs pos="21875">
                <a:srgbClr val="5ec0ea"/>
              </a:gs>
              <a:gs pos="21875">
                <a:srgbClr val="5dc0ea"/>
              </a:gs>
              <a:gs pos="23438">
                <a:srgbClr val="5dc0ea"/>
              </a:gs>
              <a:gs pos="23438">
                <a:srgbClr val="5bbfea"/>
              </a:gs>
              <a:gs pos="25000">
                <a:srgbClr val="5bbfea"/>
              </a:gs>
              <a:gs pos="25000">
                <a:srgbClr val="59beea"/>
              </a:gs>
              <a:gs pos="26563">
                <a:srgbClr val="59beea"/>
              </a:gs>
              <a:gs pos="26563">
                <a:srgbClr val="57bde9"/>
              </a:gs>
              <a:gs pos="28125">
                <a:srgbClr val="57bde9"/>
              </a:gs>
              <a:gs pos="28125">
                <a:srgbClr val="55bde9"/>
              </a:gs>
              <a:gs pos="29688">
                <a:srgbClr val="55bde9"/>
              </a:gs>
              <a:gs pos="29688">
                <a:srgbClr val="53bce9"/>
              </a:gs>
              <a:gs pos="31250">
                <a:srgbClr val="53bce9"/>
              </a:gs>
              <a:gs pos="31250">
                <a:srgbClr val="51bbe9"/>
              </a:gs>
              <a:gs pos="32813">
                <a:srgbClr val="51bbe9"/>
              </a:gs>
              <a:gs pos="32813">
                <a:srgbClr val="4fbae8"/>
              </a:gs>
              <a:gs pos="34375">
                <a:srgbClr val="4fbae8"/>
              </a:gs>
              <a:gs pos="34375">
                <a:srgbClr val="4dbae8"/>
              </a:gs>
              <a:gs pos="35938">
                <a:srgbClr val="4dbae8"/>
              </a:gs>
              <a:gs pos="35938">
                <a:srgbClr val="4cb9e8"/>
              </a:gs>
              <a:gs pos="37500">
                <a:srgbClr val="4cb9e8"/>
              </a:gs>
              <a:gs pos="37500">
                <a:srgbClr val="4ab8e8"/>
              </a:gs>
              <a:gs pos="39063">
                <a:srgbClr val="4ab8e8"/>
              </a:gs>
              <a:gs pos="39063">
                <a:srgbClr val="48b7e7"/>
              </a:gs>
              <a:gs pos="40625">
                <a:srgbClr val="48b7e7"/>
              </a:gs>
              <a:gs pos="40625">
                <a:srgbClr val="46b7e7"/>
              </a:gs>
              <a:gs pos="42188">
                <a:srgbClr val="46b7e7"/>
              </a:gs>
              <a:gs pos="42188">
                <a:srgbClr val="44b6e7"/>
              </a:gs>
              <a:gs pos="43750">
                <a:srgbClr val="44b6e7"/>
              </a:gs>
              <a:gs pos="43750">
                <a:srgbClr val="42b5e6"/>
              </a:gs>
              <a:gs pos="45313">
                <a:srgbClr val="42b5e6"/>
              </a:gs>
              <a:gs pos="45313">
                <a:srgbClr val="40b4e6"/>
              </a:gs>
              <a:gs pos="46875">
                <a:srgbClr val="40b4e6"/>
              </a:gs>
              <a:gs pos="46875">
                <a:srgbClr val="3eb4e6"/>
              </a:gs>
              <a:gs pos="48438">
                <a:srgbClr val="3eb4e6"/>
              </a:gs>
              <a:gs pos="48438">
                <a:srgbClr val="3cb3e6"/>
              </a:gs>
              <a:gs pos="50000">
                <a:srgbClr val="3cb3e6"/>
              </a:gs>
              <a:gs pos="50000">
                <a:srgbClr val="3bb2e5"/>
              </a:gs>
              <a:gs pos="51563">
                <a:srgbClr val="3bb2e5"/>
              </a:gs>
              <a:gs pos="51563">
                <a:srgbClr val="39b1e5"/>
              </a:gs>
              <a:gs pos="53125">
                <a:srgbClr val="39b1e5"/>
              </a:gs>
              <a:gs pos="53125">
                <a:srgbClr val="37b1e5"/>
              </a:gs>
              <a:gs pos="54688">
                <a:srgbClr val="37b1e5"/>
              </a:gs>
              <a:gs pos="54688">
                <a:srgbClr val="35b0e5"/>
              </a:gs>
              <a:gs pos="56250">
                <a:srgbClr val="35b0e5"/>
              </a:gs>
              <a:gs pos="56250">
                <a:srgbClr val="33afe4"/>
              </a:gs>
              <a:gs pos="57813">
                <a:srgbClr val="33afe4"/>
              </a:gs>
              <a:gs pos="57813">
                <a:srgbClr val="31aee4"/>
              </a:gs>
              <a:gs pos="59375">
                <a:srgbClr val="31aee4"/>
              </a:gs>
              <a:gs pos="59375">
                <a:srgbClr val="2faee4"/>
              </a:gs>
              <a:gs pos="60938">
                <a:srgbClr val="2faee4"/>
              </a:gs>
              <a:gs pos="60938">
                <a:srgbClr val="2dade3"/>
              </a:gs>
              <a:gs pos="62500">
                <a:srgbClr val="2dade3"/>
              </a:gs>
              <a:gs pos="62500">
                <a:srgbClr val="2bace3"/>
              </a:gs>
              <a:gs pos="64063">
                <a:srgbClr val="2bace3"/>
              </a:gs>
              <a:gs pos="64063">
                <a:srgbClr val="2aabe3"/>
              </a:gs>
              <a:gs pos="65625">
                <a:srgbClr val="2aabe3"/>
              </a:gs>
              <a:gs pos="65625">
                <a:srgbClr val="28abe3"/>
              </a:gs>
              <a:gs pos="67188">
                <a:srgbClr val="28abe3"/>
              </a:gs>
              <a:gs pos="67188">
                <a:srgbClr val="26aae2"/>
              </a:gs>
              <a:gs pos="68750">
                <a:srgbClr val="26aae2"/>
              </a:gs>
              <a:gs pos="68750">
                <a:srgbClr val="24a9e2"/>
              </a:gs>
              <a:gs pos="70313">
                <a:srgbClr val="24a9e2"/>
              </a:gs>
              <a:gs pos="70313">
                <a:srgbClr val="22a8e2"/>
              </a:gs>
              <a:gs pos="71875">
                <a:srgbClr val="22a8e2"/>
              </a:gs>
              <a:gs pos="71875">
                <a:srgbClr val="20a8e2"/>
              </a:gs>
              <a:gs pos="73438">
                <a:srgbClr val="20a8e2"/>
              </a:gs>
              <a:gs pos="73438">
                <a:srgbClr val="1ea7e1"/>
              </a:gs>
              <a:gs pos="75000">
                <a:srgbClr val="1ea7e1"/>
              </a:gs>
              <a:gs pos="75000">
                <a:srgbClr val="1ca6e1"/>
              </a:gs>
              <a:gs pos="76563">
                <a:srgbClr val="1ca6e1"/>
              </a:gs>
              <a:gs pos="76563">
                <a:srgbClr val="1aa5e1"/>
              </a:gs>
              <a:gs pos="78125">
                <a:srgbClr val="1aa5e1"/>
              </a:gs>
              <a:gs pos="78125">
                <a:srgbClr val="19a5e1"/>
              </a:gs>
              <a:gs pos="79688">
                <a:srgbClr val="19a5e1"/>
              </a:gs>
              <a:gs pos="79688">
                <a:srgbClr val="17a4e0"/>
              </a:gs>
              <a:gs pos="81250">
                <a:srgbClr val="17a4e0"/>
              </a:gs>
              <a:gs pos="81250">
                <a:srgbClr val="15a3e0"/>
              </a:gs>
              <a:gs pos="82813">
                <a:srgbClr val="15a3e0"/>
              </a:gs>
              <a:gs pos="82813">
                <a:srgbClr val="13a2e0"/>
              </a:gs>
              <a:gs pos="84375">
                <a:srgbClr val="13a2e0"/>
              </a:gs>
              <a:gs pos="84375">
                <a:srgbClr val="11a2df"/>
              </a:gs>
              <a:gs pos="85938">
                <a:srgbClr val="11a2df"/>
              </a:gs>
              <a:gs pos="85938">
                <a:srgbClr val="0fa1df"/>
              </a:gs>
              <a:gs pos="87500">
                <a:srgbClr val="0fa1df"/>
              </a:gs>
              <a:gs pos="87500">
                <a:srgbClr val="0da0df"/>
              </a:gs>
              <a:gs pos="89063">
                <a:srgbClr val="0da0df"/>
              </a:gs>
              <a:gs pos="89063">
                <a:srgbClr val="0b9fdf"/>
              </a:gs>
              <a:gs pos="90625">
                <a:srgbClr val="0b9fdf"/>
              </a:gs>
              <a:gs pos="90625">
                <a:srgbClr val="099fde"/>
              </a:gs>
              <a:gs pos="92188">
                <a:srgbClr val="099fde"/>
              </a:gs>
              <a:gs pos="92188">
                <a:srgbClr val="089ede"/>
              </a:gs>
              <a:gs pos="93750">
                <a:srgbClr val="089ede"/>
              </a:gs>
              <a:gs pos="93750">
                <a:srgbClr val="069dde"/>
              </a:gs>
              <a:gs pos="95313">
                <a:srgbClr val="069dde"/>
              </a:gs>
              <a:gs pos="95313">
                <a:srgbClr val="049cde"/>
              </a:gs>
              <a:gs pos="96875">
                <a:srgbClr val="049cde"/>
              </a:gs>
              <a:gs pos="96875">
                <a:srgbClr val="029cdd"/>
              </a:gs>
              <a:gs pos="98438">
                <a:srgbClr val="029cdd"/>
              </a:gs>
              <a:gs pos="98438">
                <a:srgbClr val="009bdd"/>
              </a:gs>
              <a:gs pos="100000">
                <a:srgbClr val="009bdd"/>
              </a:gs>
            </a:gsLst>
            <a:lin ang="10800000"/>
          </a:gradFill>
          <a:ln w="18000">
            <a:noFill/>
          </a:ln>
          <a:effectLst>
            <a:outerShdw dist="10800" dir="5400000" blurRad="0" rotWithShape="0">
              <a:srgbClr val="009bdd"/>
            </a:outerShdw>
          </a:effectLst>
        </p:spPr>
        <p:style>
          <a:lnRef idx="0"/>
          <a:fillRef idx="0"/>
          <a:effectRef idx="0"/>
          <a:fontRef idx="minor"/>
        </p:style>
        <p:txBody>
          <a:bodyPr wrap="none" lIns="90000" rIns="90000" tIns="45000" bIns="45000" anchor="ctr">
            <a:noAutofit/>
          </a:bodyPr>
          <a:p>
            <a:endParaRPr b="0" lang="en-IN" sz="1800" strike="noStrike" u="none">
              <a:solidFill>
                <a:srgbClr val="000000"/>
              </a:solidFill>
              <a:effectLst/>
              <a:uFillTx/>
              <a:latin typeface="Arial"/>
            </a:endParaRPr>
          </a:p>
        </p:txBody>
      </p:sp>
      <p:sp>
        <p:nvSpPr>
          <p:cNvPr id="11" name="PlaceHolder 1"/>
          <p:cNvSpPr>
            <a:spLocks noGrp="1"/>
          </p:cNvSpPr>
          <p:nvPr>
            <p:ph type="title"/>
          </p:nvPr>
        </p:nvSpPr>
        <p:spPr>
          <a:xfrm>
            <a:off x="360000" y="180000"/>
            <a:ext cx="9360000" cy="478080"/>
          </a:xfrm>
          <a:prstGeom prst="rect">
            <a:avLst/>
          </a:prstGeom>
          <a:noFill/>
          <a:ln w="0">
            <a:noFill/>
          </a:ln>
        </p:spPr>
        <p:txBody>
          <a:bodyPr lIns="0" rIns="0" tIns="0" bIns="0" anchor="ctr">
            <a:noAutofit/>
          </a:bodyPr>
          <a:p>
            <a:pPr indent="0" algn="ctr">
              <a:buNone/>
            </a:pPr>
            <a:r>
              <a:rPr b="0" lang="en-IN" sz="3300" strike="noStrike" u="none">
                <a:solidFill>
                  <a:srgbClr val="eeeeee"/>
                </a:solidFill>
                <a:effectLst/>
                <a:uFillTx/>
                <a:latin typeface="Arial"/>
              </a:rPr>
              <a:t>Click to edit the title text format</a:t>
            </a:r>
            <a:endParaRPr b="0" lang="en-IN" sz="3300" strike="noStrike" u="none">
              <a:solidFill>
                <a:srgbClr val="eeeeee"/>
              </a:solidFill>
              <a:effectLst/>
              <a:uFillTx/>
              <a:latin typeface="Arial"/>
            </a:endParaRPr>
          </a:p>
        </p:txBody>
      </p:sp>
      <p:sp>
        <p:nvSpPr>
          <p:cNvPr id="12" name="PlaceHolder 2"/>
          <p:cNvSpPr>
            <a:spLocks noGrp="1"/>
          </p:cNvSpPr>
          <p:nvPr>
            <p:ph type="body"/>
          </p:nvPr>
        </p:nvSpPr>
        <p:spPr>
          <a:xfrm>
            <a:off x="360000" y="1080000"/>
            <a:ext cx="9360000" cy="3600000"/>
          </a:xfrm>
          <a:prstGeom prst="rect">
            <a:avLst/>
          </a:prstGeom>
          <a:noFill/>
          <a:ln w="0">
            <a:noFill/>
          </a:ln>
        </p:spPr>
        <p:txBody>
          <a:bodyPr lIns="0" rIns="0" tIns="0" bIns="0" anchor="t">
            <a:noAutofit/>
          </a:bodyPr>
          <a:p>
            <a:pPr marL="432000" indent="-324000">
              <a:spcBef>
                <a:spcPts val="1060"/>
              </a:spcBef>
              <a:buClr>
                <a:srgbClr val="77caee"/>
              </a:buClr>
              <a:buSzPct val="45000"/>
              <a:buFont typeface="Wingdings" charset="2"/>
              <a:buChar char=""/>
            </a:pPr>
            <a:r>
              <a:rPr b="0" lang="en-IN" sz="2400" strike="noStrike" u="none">
                <a:solidFill>
                  <a:srgbClr val="009bdd"/>
                </a:solidFill>
                <a:effectLst/>
                <a:uFillTx/>
                <a:latin typeface="Arial"/>
              </a:rPr>
              <a:t>Click to edit the outline text format</a:t>
            </a:r>
            <a:endParaRPr b="0" lang="en-IN" sz="2400" strike="noStrike" u="none">
              <a:solidFill>
                <a:srgbClr val="009bdd"/>
              </a:solidFill>
              <a:effectLst/>
              <a:uFillTx/>
              <a:latin typeface="Arial"/>
            </a:endParaRPr>
          </a:p>
          <a:p>
            <a:pPr lvl="1" marL="864000" indent="-324000">
              <a:spcBef>
                <a:spcPts val="850"/>
              </a:spcBef>
              <a:buClr>
                <a:srgbClr val="77caee"/>
              </a:buClr>
              <a:buSzPct val="45000"/>
              <a:buFont typeface="Wingdings" charset="2"/>
              <a:buChar char=""/>
            </a:pPr>
            <a:r>
              <a:rPr b="0" lang="en-IN" sz="2100" strike="noStrike" u="none">
                <a:solidFill>
                  <a:srgbClr val="009bdd"/>
                </a:solidFill>
                <a:effectLst/>
                <a:uFillTx/>
                <a:latin typeface="Arial"/>
              </a:rPr>
              <a:t>Second Outline Level</a:t>
            </a:r>
            <a:endParaRPr b="0" lang="en-IN" sz="2100" strike="noStrike" u="none">
              <a:solidFill>
                <a:srgbClr val="009bdd"/>
              </a:solidFill>
              <a:effectLst/>
              <a:uFillTx/>
              <a:latin typeface="Arial"/>
            </a:endParaRPr>
          </a:p>
          <a:p>
            <a:pPr lvl="2" marL="1296000" indent="-288000">
              <a:spcBef>
                <a:spcPts val="635"/>
              </a:spcBef>
              <a:buClr>
                <a:srgbClr val="77caee"/>
              </a:buClr>
              <a:buSzPct val="45000"/>
              <a:buFont typeface="Wingdings" charset="2"/>
              <a:buChar char=""/>
            </a:pPr>
            <a:r>
              <a:rPr b="0" lang="en-IN" sz="1800" strike="noStrike" u="none">
                <a:solidFill>
                  <a:srgbClr val="009bdd"/>
                </a:solidFill>
                <a:effectLst/>
                <a:uFillTx/>
                <a:latin typeface="Arial"/>
              </a:rPr>
              <a:t>Third Outline Level</a:t>
            </a:r>
            <a:endParaRPr b="0" lang="en-IN" sz="1800" strike="noStrike" u="none">
              <a:solidFill>
                <a:srgbClr val="009bdd"/>
              </a:solidFill>
              <a:effectLst/>
              <a:uFillTx/>
              <a:latin typeface="Arial"/>
            </a:endParaRPr>
          </a:p>
          <a:p>
            <a:pPr lvl="3" marL="1728000" indent="-216000">
              <a:spcBef>
                <a:spcPts val="422"/>
              </a:spcBef>
              <a:buClr>
                <a:srgbClr val="77caee"/>
              </a:buClr>
              <a:buSzPct val="45000"/>
              <a:buFont typeface="Wingdings" charset="2"/>
              <a:buChar char=""/>
            </a:pPr>
            <a:r>
              <a:rPr b="0" lang="en-IN" sz="1500" strike="noStrike" u="none">
                <a:solidFill>
                  <a:srgbClr val="009bdd"/>
                </a:solidFill>
                <a:effectLst/>
                <a:uFillTx/>
                <a:latin typeface="Arial"/>
              </a:rPr>
              <a:t>Fourth Outline Level</a:t>
            </a:r>
            <a:endParaRPr b="0" lang="en-IN" sz="1500" strike="noStrike" u="none">
              <a:solidFill>
                <a:srgbClr val="009bdd"/>
              </a:solidFill>
              <a:effectLst/>
              <a:uFillTx/>
              <a:latin typeface="Arial"/>
            </a:endParaRPr>
          </a:p>
          <a:p>
            <a:pPr lvl="4" marL="2160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Fifth Outline Level</a:t>
            </a:r>
            <a:endParaRPr b="0" lang="en-IN" sz="1500" strike="noStrike" u="none">
              <a:solidFill>
                <a:srgbClr val="009bdd"/>
              </a:solidFill>
              <a:effectLst/>
              <a:uFillTx/>
              <a:latin typeface="Arial"/>
            </a:endParaRPr>
          </a:p>
          <a:p>
            <a:pPr lvl="5" marL="2592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Sixth Outline Level</a:t>
            </a:r>
            <a:endParaRPr b="0" lang="en-IN" sz="1500" strike="noStrike" u="none">
              <a:solidFill>
                <a:srgbClr val="009bdd"/>
              </a:solidFill>
              <a:effectLst/>
              <a:uFillTx/>
              <a:latin typeface="Arial"/>
            </a:endParaRPr>
          </a:p>
          <a:p>
            <a:pPr lvl="6" marL="3024000" indent="-216000">
              <a:spcBef>
                <a:spcPts val="210"/>
              </a:spcBef>
              <a:buClr>
                <a:srgbClr val="77caee"/>
              </a:buClr>
              <a:buSzPct val="45000"/>
              <a:buFont typeface="Wingdings" charset="2"/>
              <a:buChar char=""/>
            </a:pPr>
            <a:r>
              <a:rPr b="0" lang="en-IN" sz="1500" strike="noStrike" u="none">
                <a:solidFill>
                  <a:srgbClr val="009bdd"/>
                </a:solidFill>
                <a:effectLst/>
                <a:uFillTx/>
                <a:latin typeface="Arial"/>
              </a:rPr>
              <a:t>Seventh Outline Level</a:t>
            </a:r>
            <a:endParaRPr b="0" lang="en-IN" sz="1500" strike="noStrike" u="none">
              <a:solidFill>
                <a:srgbClr val="009bdd"/>
              </a:solidFill>
              <a:effectLst/>
              <a:uFillTx/>
              <a:latin typeface="Arial"/>
            </a:endParaRPr>
          </a:p>
        </p:txBody>
      </p:sp>
      <p:sp>
        <p:nvSpPr>
          <p:cNvPr id="13" name="PlaceHolder 3"/>
          <p:cNvSpPr>
            <a:spLocks noGrp="1"/>
          </p:cNvSpPr>
          <p:nvPr>
            <p:ph type="dt" idx="4"/>
          </p:nvPr>
        </p:nvSpPr>
        <p:spPr>
          <a:xfrm>
            <a:off x="360000" y="5220000"/>
            <a:ext cx="2340000" cy="360000"/>
          </a:xfrm>
          <a:prstGeom prst="rect">
            <a:avLst/>
          </a:prstGeom>
          <a:noFill/>
          <a:ln w="0">
            <a:noFill/>
          </a:ln>
        </p:spPr>
        <p:txBody>
          <a:bodyPr lIns="0" rIns="0" tIns="0" bIns="0" anchor="t">
            <a:noAutofit/>
          </a:bodyPr>
          <a:lstStyle>
            <a:lvl1pPr indent="0">
              <a:buNone/>
              <a:defRPr b="0" lang="en-IN" sz="1400" strike="noStrike" u="none">
                <a:solidFill>
                  <a:srgbClr val="ffffff"/>
                </a:solidFill>
                <a:effectLst/>
                <a:uFillTx/>
                <a:latin typeface="Arial"/>
              </a:defRPr>
            </a:lvl1pPr>
          </a:lstStyle>
          <a:p>
            <a:pPr indent="0">
              <a:buNone/>
            </a:pPr>
            <a:r>
              <a:rPr b="0" lang="en-IN" sz="1400" strike="noStrike" u="none">
                <a:solidFill>
                  <a:srgbClr val="ffffff"/>
                </a:solidFill>
                <a:effectLst/>
                <a:uFillTx/>
                <a:latin typeface="Arial"/>
              </a:rPr>
              <a:t>&lt;date/time&gt;</a:t>
            </a:r>
            <a:endParaRPr b="0" lang="en-IN" sz="1400" strike="noStrike" u="none">
              <a:solidFill>
                <a:srgbClr val="ffffff"/>
              </a:solidFill>
              <a:effectLst/>
              <a:uFillTx/>
              <a:latin typeface="Arial"/>
            </a:endParaRPr>
          </a:p>
        </p:txBody>
      </p:sp>
      <p:sp>
        <p:nvSpPr>
          <p:cNvPr id="14" name="PlaceHolder 4"/>
          <p:cNvSpPr>
            <a:spLocks noGrp="1"/>
          </p:cNvSpPr>
          <p:nvPr>
            <p:ph type="ftr" idx="5"/>
          </p:nvPr>
        </p:nvSpPr>
        <p:spPr>
          <a:xfrm>
            <a:off x="3420000" y="5220000"/>
            <a:ext cx="3240000" cy="360000"/>
          </a:xfrm>
          <a:prstGeom prst="rect">
            <a:avLst/>
          </a:prstGeom>
          <a:noFill/>
          <a:ln w="0">
            <a:noFill/>
          </a:ln>
        </p:spPr>
        <p:txBody>
          <a:bodyPr lIns="0" rIns="0" tIns="0" bIns="0" anchor="t">
            <a:noAutofit/>
          </a:bodyPr>
          <a:lstStyle>
            <a:lvl1pPr indent="0" algn="ctr">
              <a:buNone/>
              <a:defRPr b="0" lang="en-IN" sz="1400" strike="noStrike" u="none">
                <a:solidFill>
                  <a:srgbClr val="ffffff"/>
                </a:solidFill>
                <a:effectLst/>
                <a:uFillTx/>
                <a:latin typeface="Arial"/>
              </a:defRPr>
            </a:lvl1pPr>
          </a:lstStyle>
          <a:p>
            <a:pPr indent="0" algn="ctr">
              <a:buNone/>
            </a:pPr>
            <a:r>
              <a:rPr b="0" lang="en-IN" sz="1400" strike="noStrike" u="none">
                <a:solidFill>
                  <a:srgbClr val="ffffff"/>
                </a:solidFill>
                <a:effectLst/>
                <a:uFillTx/>
                <a:latin typeface="Arial"/>
              </a:rPr>
              <a:t>&lt;footer&gt;</a:t>
            </a:r>
            <a:endParaRPr b="0" lang="en-IN" sz="1400" strike="noStrike" u="none">
              <a:solidFill>
                <a:srgbClr val="ffffff"/>
              </a:solidFill>
              <a:effectLst/>
              <a:uFillTx/>
              <a:latin typeface="Arial"/>
            </a:endParaRPr>
          </a:p>
        </p:txBody>
      </p:sp>
      <p:sp>
        <p:nvSpPr>
          <p:cNvPr id="15" name="PlaceHolder 5"/>
          <p:cNvSpPr>
            <a:spLocks noGrp="1"/>
          </p:cNvSpPr>
          <p:nvPr>
            <p:ph type="sldNum" idx="6"/>
          </p:nvPr>
        </p:nvSpPr>
        <p:spPr>
          <a:xfrm>
            <a:off x="7380000" y="5220000"/>
            <a:ext cx="2340000" cy="360000"/>
          </a:xfrm>
          <a:prstGeom prst="rect">
            <a:avLst/>
          </a:prstGeom>
          <a:noFill/>
          <a:ln w="0">
            <a:noFill/>
          </a:ln>
        </p:spPr>
        <p:txBody>
          <a:bodyPr lIns="0" rIns="0" tIns="0" bIns="0" anchor="t">
            <a:noAutofit/>
          </a:bodyPr>
          <a:lstStyle>
            <a:lvl1pPr indent="0" algn="r">
              <a:buNone/>
              <a:defRPr b="0" lang="en-IN" sz="1400" strike="noStrike" u="none">
                <a:solidFill>
                  <a:srgbClr val="ffffff"/>
                </a:solidFill>
                <a:effectLst/>
                <a:uFillTx/>
                <a:latin typeface="Arial"/>
              </a:defRPr>
            </a:lvl1pPr>
          </a:lstStyle>
          <a:p>
            <a:pPr indent="0" algn="r">
              <a:buNone/>
            </a:pPr>
            <a:fld id="{D138A603-A863-415F-B0FA-E6CA2FF01327}" type="slidenum">
              <a:rPr b="0" lang="en-IN" sz="1400" strike="noStrike" u="none">
                <a:solidFill>
                  <a:srgbClr val="ffffff"/>
                </a:solidFill>
                <a:effectLst/>
                <a:uFillTx/>
                <a:latin typeface="Arial"/>
              </a:rPr>
              <a:t>&lt;number&gt;</a:t>
            </a:fld>
            <a:endParaRPr b="0" lang="en-IN" sz="1400" strike="noStrike" u="none">
              <a:solidFill>
                <a:srgbClr val="ffffff"/>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0" y="1620000"/>
            <a:ext cx="9000000" cy="1080000"/>
          </a:xfrm>
          <a:prstGeom prst="rect">
            <a:avLst/>
          </a:prstGeom>
          <a:noFill/>
          <a:ln w="0">
            <a:noFill/>
          </a:ln>
        </p:spPr>
        <p:txBody>
          <a:bodyPr lIns="0" rIns="0" tIns="0" bIns="0" anchor="ctr">
            <a:spAutoFit/>
          </a:bodyPr>
          <a:p>
            <a:pPr indent="0" algn="ctr">
              <a:spcBef>
                <a:spcPts val="1191"/>
              </a:spcBef>
              <a:spcAft>
                <a:spcPts val="992"/>
              </a:spcAft>
              <a:buNone/>
            </a:pPr>
            <a:r>
              <a:rPr b="1" i="1" lang="en-IN" sz="3600" strike="noStrike" u="none">
                <a:solidFill>
                  <a:srgbClr val="ff8000"/>
                </a:solidFill>
                <a:effectLst/>
                <a:uFillTx/>
                <a:latin typeface="Times New Roman"/>
              </a:rPr>
              <a:t>XGBoost for Regression</a:t>
            </a:r>
            <a:br>
              <a:rPr sz="3600"/>
            </a:br>
            <a:endParaRPr b="0" lang="en-IN" sz="3600" strike="noStrike" u="none">
              <a:solidFill>
                <a:srgbClr val="dd41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 name="PlaceHolder 1"/>
          <p:cNvSpPr>
            <a:spLocks noGrp="1"/>
          </p:cNvSpPr>
          <p:nvPr>
            <p:ph type="title"/>
          </p:nvPr>
        </p:nvSpPr>
        <p:spPr>
          <a:xfrm>
            <a:off x="360000" y="-85680"/>
            <a:ext cx="9360000" cy="1180800"/>
          </a:xfrm>
          <a:prstGeom prst="rect">
            <a:avLst/>
          </a:prstGeom>
          <a:noFill/>
          <a:ln w="0">
            <a:noFill/>
          </a:ln>
        </p:spPr>
        <p:txBody>
          <a:bodyPr lIns="0" rIns="0" tIns="0" bIns="0" anchor="ctr">
            <a:spAutoFit/>
          </a:bodyPr>
          <a:p>
            <a:pPr indent="0" algn="ctr">
              <a:spcBef>
                <a:spcPts val="1191"/>
              </a:spcBef>
              <a:spcAft>
                <a:spcPts val="992"/>
              </a:spcAft>
              <a:buNone/>
            </a:pPr>
            <a:r>
              <a:rPr b="1" i="1" lang="en-IN" sz="2800" strike="noStrike" u="none">
                <a:solidFill>
                  <a:srgbClr val="eeeeee"/>
                </a:solidFill>
                <a:effectLst/>
                <a:highlight>
                  <a:srgbClr val="ff7b59"/>
                </a:highlight>
                <a:uFillTx/>
                <a:latin typeface="Times New Roman"/>
              </a:rPr>
              <a:t>What is </a:t>
            </a:r>
            <a:br>
              <a:rPr sz="2800"/>
            </a:br>
            <a:r>
              <a:rPr b="1" i="1" lang="en-IN" sz="2800" strike="noStrike" u="none">
                <a:solidFill>
                  <a:srgbClr val="eeeeee"/>
                </a:solidFill>
                <a:effectLst/>
                <a:highlight>
                  <a:srgbClr val="ff7b59"/>
                </a:highlight>
                <a:uFillTx/>
                <a:latin typeface="Times New Roman"/>
              </a:rPr>
              <a:t>XGBoost for Regression</a:t>
            </a:r>
            <a:br>
              <a:rPr sz="2800"/>
            </a:br>
            <a:endParaRPr b="0" lang="en-IN" sz="2800" strike="noStrike" u="none">
              <a:solidFill>
                <a:srgbClr val="eeeeee"/>
              </a:solidFill>
              <a:effectLst/>
              <a:uFillTx/>
              <a:latin typeface="Arial"/>
            </a:endParaRPr>
          </a:p>
        </p:txBody>
      </p:sp>
      <p:sp>
        <p:nvSpPr>
          <p:cNvPr id="20" name="PlaceHolder 2"/>
          <p:cNvSpPr>
            <a:spLocks noGrp="1"/>
          </p:cNvSpPr>
          <p:nvPr>
            <p:ph/>
          </p:nvPr>
        </p:nvSpPr>
        <p:spPr>
          <a:xfrm>
            <a:off x="360000" y="900000"/>
            <a:ext cx="9360000" cy="3780000"/>
          </a:xfrm>
          <a:prstGeom prst="rect">
            <a:avLst/>
          </a:prstGeom>
          <a:noFill/>
          <a:ln w="0">
            <a:noFill/>
          </a:ln>
        </p:spPr>
        <p:txBody>
          <a:bodyPr lIns="0" rIns="0" tIns="0" bIns="0" anchor="t">
            <a:noAutofit/>
          </a:bodyPr>
          <a:p>
            <a:pPr marL="432000" indent="-324000">
              <a:spcBef>
                <a:spcPts val="1191"/>
              </a:spcBef>
              <a:spcAft>
                <a:spcPts val="992"/>
              </a:spcAft>
              <a:buClr>
                <a:srgbClr val="77caee"/>
              </a:buClr>
              <a:buSzPct val="45000"/>
              <a:buFont typeface="Wingdings" charset="2"/>
              <a:buChar char=""/>
            </a:pPr>
            <a:r>
              <a:rPr b="0" lang="en-IN" sz="3600" strike="noStrike" u="none">
                <a:solidFill>
                  <a:srgbClr val="009bdd"/>
                </a:solidFill>
                <a:effectLst/>
                <a:uFillTx/>
                <a:latin typeface="Times New Roman"/>
              </a:rPr>
              <a:t>XG BOOST is an optimized and scalable implementation of the gradient boosting framework designed for supervised learning tasks such as regression and classification. In regression, XGBoost aims to predict continuous numeric values by minimizing loss functions (e.g., RMSE or MSE) while incorporating regularisation to prevent overfitting. </a:t>
            </a:r>
            <a:endParaRPr b="0" lang="en-IN" sz="3600" strike="noStrike" u="none">
              <a:solidFill>
                <a:srgbClr val="009bdd"/>
              </a:solidFill>
              <a:effectLst/>
              <a:uFillTx/>
              <a:latin typeface="Arial"/>
            </a:endParaRPr>
          </a:p>
        </p:txBody>
      </p:sp>
      <p:sp>
        <p:nvSpPr>
          <p:cNvPr id="4" name="PlaceHolder 3"/>
          <p:cNvSpPr>
            <a:spLocks noGrp="1"/>
          </p:cNvSpPr>
          <p:nvPr>
            <p:ph type="sldNum" idx="6"/>
          </p:nvPr>
        </p:nvSpPr>
        <p:spPr/>
        <p:txBody>
          <a:bodyPr/>
          <a:p>
            <a:fld id="{016D7561-0A90-4A0B-A3D7-941BE60AC5CD}"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PlaceHolder 1"/>
          <p:cNvSpPr>
            <a:spLocks noGrp="1"/>
          </p:cNvSpPr>
          <p:nvPr>
            <p:ph type="title"/>
          </p:nvPr>
        </p:nvSpPr>
        <p:spPr>
          <a:xfrm>
            <a:off x="360000" y="180000"/>
            <a:ext cx="9360000" cy="478080"/>
          </a:xfrm>
          <a:prstGeom prst="rect">
            <a:avLst/>
          </a:prstGeom>
          <a:noFill/>
          <a:ln w="0">
            <a:noFill/>
          </a:ln>
        </p:spPr>
        <p:txBody>
          <a:bodyPr lIns="0" rIns="0" tIns="0" bIns="0" anchor="ctr">
            <a:spAutoFit/>
          </a:bodyPr>
          <a:p>
            <a:pPr indent="0" algn="ctr">
              <a:buNone/>
            </a:pPr>
            <a:r>
              <a:rPr b="0" lang="en-IN" sz="3300" strike="noStrike" u="none">
                <a:solidFill>
                  <a:srgbClr val="eeeeee"/>
                </a:solidFill>
                <a:effectLst/>
                <a:uFillTx/>
                <a:latin typeface="Arial"/>
              </a:rPr>
              <a:t>Formula and syntax</a:t>
            </a:r>
            <a:endParaRPr b="0" lang="en-IN" sz="3300" strike="noStrike" u="none">
              <a:solidFill>
                <a:srgbClr val="eeeeee"/>
              </a:solidFill>
              <a:effectLst/>
              <a:uFillTx/>
              <a:latin typeface="Arial"/>
            </a:endParaRPr>
          </a:p>
        </p:txBody>
      </p:sp>
      <p:sp>
        <p:nvSpPr>
          <p:cNvPr id="22" name="PlaceHolder 2"/>
          <p:cNvSpPr>
            <a:spLocks noGrp="1"/>
          </p:cNvSpPr>
          <p:nvPr>
            <p:ph/>
          </p:nvPr>
        </p:nvSpPr>
        <p:spPr>
          <a:xfrm>
            <a:off x="360000" y="1080000"/>
            <a:ext cx="9360000" cy="3600000"/>
          </a:xfrm>
          <a:prstGeom prst="rect">
            <a:avLst/>
          </a:prstGeom>
          <a:noFill/>
          <a:ln w="0">
            <a:noFill/>
          </a:ln>
        </p:spPr>
        <p:txBody>
          <a:bodyPr lIns="0" rIns="0" tIns="0" bIns="0" anchor="t">
            <a:noAutofit/>
          </a:bodyPr>
          <a:p>
            <a:pPr marL="432000" indent="-324000">
              <a:spcBef>
                <a:spcPts val="1191"/>
              </a:spcBef>
              <a:spcAft>
                <a:spcPts val="992"/>
              </a:spcAft>
              <a:buClr>
                <a:srgbClr val="77caee"/>
              </a:buClr>
              <a:buSzPct val="45000"/>
              <a:buFont typeface="Wingdings" charset="2"/>
              <a:buChar char=""/>
            </a:pPr>
            <a:r>
              <a:rPr b="0" lang="en-IN" sz="3200" strike="noStrike" u="none">
                <a:solidFill>
                  <a:srgbClr val="009bdd"/>
                </a:solidFill>
                <a:effectLst/>
                <a:uFillTx/>
                <a:latin typeface="Times New Roman"/>
              </a:rPr>
              <a:t>Obj=∑i=1n​L(yi​,y^​i​)+Ω(ft​) </a:t>
            </a:r>
            <a:endParaRPr b="0" lang="en-IN" sz="3200" strike="noStrike" u="none">
              <a:solidFill>
                <a:srgbClr val="009bdd"/>
              </a:solidFill>
              <a:effectLst/>
              <a:uFillTx/>
              <a:latin typeface="Arial"/>
            </a:endParaRPr>
          </a:p>
          <a:p>
            <a:pPr marL="432000" indent="-324000">
              <a:spcBef>
                <a:spcPts val="1060"/>
              </a:spcBef>
              <a:buClr>
                <a:srgbClr val="77caee"/>
              </a:buClr>
              <a:buSzPct val="45000"/>
              <a:buFont typeface="Wingdings" charset="2"/>
              <a:buChar char=""/>
            </a:pPr>
            <a:r>
              <a:rPr b="0" lang="en-IN" sz="3600" strike="noStrike" u="none">
                <a:solidFill>
                  <a:srgbClr val="009bdd"/>
                </a:solidFill>
                <a:effectLst/>
                <a:uFillTx/>
                <a:latin typeface="Times New Roman"/>
                <a:ea typeface="Liberation Mono;Courier New;DejaVu Sans Mono;Lucida Sans Typewriter"/>
              </a:rPr>
              <a:t>import xgboost as xgb </a:t>
            </a:r>
            <a:endParaRPr b="0" lang="en-IN" sz="3600" strike="noStrike" u="none">
              <a:solidFill>
                <a:srgbClr val="009bdd"/>
              </a:solidFill>
              <a:effectLst/>
              <a:uFillTx/>
              <a:latin typeface="Arial"/>
            </a:endParaRPr>
          </a:p>
          <a:p>
            <a:pPr marL="432000" indent="-324000">
              <a:spcBef>
                <a:spcPts val="1060"/>
              </a:spcBef>
              <a:buClr>
                <a:srgbClr val="77caee"/>
              </a:buClr>
              <a:buSzPct val="45000"/>
              <a:buFont typeface="Wingdings" charset="2"/>
              <a:buChar char=""/>
            </a:pPr>
            <a:r>
              <a:rPr b="0" lang="en-IN" sz="3200" strike="noStrike" u="none">
                <a:solidFill>
                  <a:srgbClr val="009bdd"/>
                </a:solidFill>
                <a:effectLst/>
                <a:uFillTx/>
                <a:latin typeface="Times New Roman"/>
                <a:ea typeface="Liberation Mono;Courier New;DejaVu Sans Mono;Lucida Sans Typewriter"/>
              </a:rPr>
              <a:t>model = xgb.XGBRegressor(objective='reg:squarederror',</a:t>
            </a:r>
            <a:endParaRPr b="0" lang="en-IN" sz="3200" strike="noStrike" u="none">
              <a:solidFill>
                <a:srgbClr val="009bdd"/>
              </a:solidFill>
              <a:effectLst/>
              <a:uFillTx/>
              <a:latin typeface="Arial"/>
            </a:endParaRPr>
          </a:p>
          <a:p>
            <a:pPr marL="432000" indent="-324000">
              <a:spcBef>
                <a:spcPts val="1060"/>
              </a:spcBef>
              <a:buClr>
                <a:srgbClr val="77caee"/>
              </a:buClr>
              <a:buSzPct val="45000"/>
              <a:buFont typeface="Wingdings" charset="2"/>
              <a:buChar char=""/>
            </a:pPr>
            <a:r>
              <a:rPr b="0" lang="en-IN" sz="3200" strike="noStrike" u="none">
                <a:solidFill>
                  <a:srgbClr val="009bdd"/>
                </a:solidFill>
                <a:effectLst/>
                <a:uFillTx/>
                <a:latin typeface="Times New Roman"/>
                <a:ea typeface="Liberation Mono;Courier New;DejaVu Sans Mono;Lucida Sans Typewriter"/>
              </a:rPr>
              <a:t>                         n_estimators=100, random_state=42)</a:t>
            </a:r>
            <a:endParaRPr b="0" lang="en-IN" sz="3200" strike="noStrike" u="none">
              <a:solidFill>
                <a:srgbClr val="009bdd"/>
              </a:solidFill>
              <a:effectLst/>
              <a:uFillTx/>
              <a:latin typeface="Arial"/>
            </a:endParaRPr>
          </a:p>
          <a:p>
            <a:pPr marL="432000" indent="-324000">
              <a:spcBef>
                <a:spcPts val="1060"/>
              </a:spcBef>
              <a:buClr>
                <a:srgbClr val="77caee"/>
              </a:buClr>
              <a:buSzPct val="45000"/>
              <a:buFont typeface="Wingdings" charset="2"/>
              <a:buChar char=""/>
            </a:pPr>
            <a:r>
              <a:rPr b="0" lang="en-IN" sz="3200" strike="noStrike" u="none">
                <a:solidFill>
                  <a:srgbClr val="009bdd"/>
                </a:solidFill>
                <a:effectLst/>
                <a:uFillTx/>
                <a:latin typeface="Times New Roman"/>
                <a:ea typeface="Liberation Mono;Courier New;DejaVu Sans Mono;Lucida Sans Typewriter"/>
              </a:rPr>
              <a:t>model.fit(X_train, y_train) </a:t>
            </a:r>
            <a:endParaRPr b="0" lang="en-IN" sz="3200" strike="noStrike" u="none">
              <a:solidFill>
                <a:srgbClr val="009bdd"/>
              </a:solidFill>
              <a:effectLst/>
              <a:uFillTx/>
              <a:latin typeface="Arial"/>
            </a:endParaRPr>
          </a:p>
        </p:txBody>
      </p:sp>
      <p:sp>
        <p:nvSpPr>
          <p:cNvPr id="4" name="PlaceHolder 3"/>
          <p:cNvSpPr>
            <a:spLocks noGrp="1"/>
          </p:cNvSpPr>
          <p:nvPr>
            <p:ph type="sldNum" idx="6"/>
          </p:nvPr>
        </p:nvSpPr>
        <p:spPr/>
        <p:txBody>
          <a:bodyPr/>
          <a:p>
            <a:fld id="{1B0F7A55-615F-4689-BF5E-FBB072F5EBAA}"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 name="" descr=""/>
          <p:cNvPicPr/>
          <p:nvPr/>
        </p:nvPicPr>
        <p:blipFill>
          <a:blip r:embed="rId1"/>
          <a:stretch/>
        </p:blipFill>
        <p:spPr>
          <a:xfrm>
            <a:off x="-1440000" y="-2790360"/>
            <a:ext cx="14220000" cy="11295000"/>
          </a:xfrm>
          <a:prstGeom prst="rect">
            <a:avLst/>
          </a:prstGeom>
          <a:noFill/>
          <a:ln w="18000">
            <a:noFill/>
          </a:ln>
        </p:spPr>
      </p:pic>
      <p:sp>
        <p:nvSpPr>
          <p:cNvPr id="2" name="PlaceHolder 1"/>
          <p:cNvSpPr>
            <a:spLocks noGrp="1"/>
          </p:cNvSpPr>
          <p:nvPr>
            <p:ph type="sldNum" idx="6"/>
          </p:nvPr>
        </p:nvSpPr>
        <p:spPr/>
        <p:txBody>
          <a:bodyPr/>
          <a:p>
            <a:fld id="{7487AB4E-7FA6-4E6F-BC11-B2F1C42B6722}"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 name="" descr=""/>
          <p:cNvPicPr/>
          <p:nvPr/>
        </p:nvPicPr>
        <p:blipFill>
          <a:blip r:embed="rId1">
            <a:lum bright="5000" contrast="5000"/>
            <a:alphaModFix amt="98000"/>
          </a:blip>
          <a:stretch/>
        </p:blipFill>
        <p:spPr>
          <a:xfrm>
            <a:off x="-1620000" y="-2160000"/>
            <a:ext cx="13860000" cy="10620000"/>
          </a:xfrm>
          <a:prstGeom prst="rect">
            <a:avLst/>
          </a:prstGeom>
          <a:noFill/>
          <a:ln w="38160">
            <a:noFill/>
          </a:ln>
        </p:spPr>
      </p:pic>
      <p:sp>
        <p:nvSpPr>
          <p:cNvPr id="2" name="PlaceHolder 1"/>
          <p:cNvSpPr>
            <a:spLocks noGrp="1"/>
          </p:cNvSpPr>
          <p:nvPr>
            <p:ph type="sldNum" idx="6"/>
          </p:nvPr>
        </p:nvSpPr>
        <p:spPr/>
        <p:txBody>
          <a:bodyPr/>
          <a:p>
            <a:fld id="{B3BBE6BE-41CA-4703-B0A7-CFCE45D0ED49}"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 name="" descr=""/>
          <p:cNvPicPr/>
          <p:nvPr/>
        </p:nvPicPr>
        <p:blipFill>
          <a:blip r:embed="rId1">
            <a:lum bright="5000" contrast="5000"/>
          </a:blip>
          <a:stretch/>
        </p:blipFill>
        <p:spPr>
          <a:xfrm>
            <a:off x="-900000" y="-2835000"/>
            <a:ext cx="14220000" cy="11295000"/>
          </a:xfrm>
          <a:prstGeom prst="rect">
            <a:avLst/>
          </a:prstGeom>
          <a:noFill/>
          <a:ln w="18000">
            <a:noFill/>
          </a:ln>
        </p:spPr>
      </p:pic>
      <p:sp>
        <p:nvSpPr>
          <p:cNvPr id="2" name="PlaceHolder 1"/>
          <p:cNvSpPr>
            <a:spLocks noGrp="1"/>
          </p:cNvSpPr>
          <p:nvPr>
            <p:ph type="sldNum" idx="6"/>
          </p:nvPr>
        </p:nvSpPr>
        <p:spPr/>
        <p:txBody>
          <a:bodyPr/>
          <a:p>
            <a:fld id="{D78AD257-DC08-414A-BA04-92B67548C1AF}" type="slidenum">
              <a:t>6</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TotalTime>
  <Application>LibreOffice/25.2.7.2$Windows_X86_64 LibreOffice_project/5cbfd1ab6520636bb5f7b99185aa69bd7456825d</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2025-12-10T18:37:52Z</dcterms:created>
  <dc:creator/>
  <dc:description>This work is licensed under a Creative Commons 0 License.
It makes use of the works of kka_libo_design@ashisuto.co.jp.</dc:description>
  <dc:language>en-IN</dc:language>
  <cp:lastModifiedBy/>
  <dcterms:modified xsi:type="dcterms:W3CDTF">2025-12-10T18:51:33Z</dcterms:modified>
  <cp:revision>2</cp:revision>
  <dc:subject/>
  <dc:title>Blue Curve</dc:title>
</cp:coreProperties>
</file>