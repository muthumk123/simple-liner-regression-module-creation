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0"/>
            <a:ext cx="4860360" cy="2880360"/>
          </a:xfrm>
          <a:custGeom>
            <a:avLst/>
            <a:gdLst/>
            <a:ahLst/>
            <a:rect l="0" t="0" r="r" b="b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4320000" y="0"/>
            <a:ext cx="5760360" cy="2160360"/>
          </a:xfrm>
          <a:custGeom>
            <a:avLst/>
            <a:gdLst/>
            <a:ahLst/>
            <a:rect l="0" t="0" r="r" b="b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5580000" y="1260000"/>
            <a:ext cx="4500360" cy="3780360"/>
          </a:xfrm>
          <a:custGeom>
            <a:avLst/>
            <a:gdLst/>
            <a:ahLst/>
            <a:rect l="0" t="0" r="r" b="b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5580000" y="3060000"/>
            <a:ext cx="4500360" cy="2610360"/>
          </a:xfrm>
          <a:custGeom>
            <a:avLst/>
            <a:gdLst/>
            <a:ahLst/>
            <a:rect l="0" t="0" r="r" b="b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0" y="3762000"/>
            <a:ext cx="5760360" cy="1908360"/>
          </a:xfrm>
          <a:custGeom>
            <a:avLst/>
            <a:gdLst/>
            <a:ahLst/>
            <a:rect l="0" t="0" r="r" b="b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0" y="540000"/>
            <a:ext cx="4320360" cy="3780360"/>
          </a:xfrm>
          <a:custGeom>
            <a:avLst/>
            <a:gdLst/>
            <a:ahLst/>
            <a:rect l="0" t="0" r="r" b="b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CC6F3416-33CA-4154-939D-55292D4BF66D}" type="slidenum"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indent="0" algn="ctr">
              <a:spcAft>
                <a:spcPts val="1060"/>
              </a:spcAft>
            </a:pPr>
            <a:r>
              <a:rPr b="0" lang="en-IN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IN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b="0" lang="en-IN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b="0" lang="en-IN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b="0" lang="en-IN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b="0" lang="en-IN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b="0" lang="en-IN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b="0" lang="en-IN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b="0" lang="en-IN" sz="1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b="0" lang="en-IN" sz="1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b="0" lang="en-IN" sz="1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b="0" lang="en-IN" sz="1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0" y="0"/>
            <a:ext cx="4860360" cy="2880360"/>
          </a:xfrm>
          <a:custGeom>
            <a:avLst/>
            <a:gdLst/>
            <a:ahLst/>
            <a:rect l="0" t="0" r="r" b="b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"/>
          <p:cNvSpPr/>
          <p:nvPr/>
        </p:nvSpPr>
        <p:spPr>
          <a:xfrm>
            <a:off x="4320000" y="0"/>
            <a:ext cx="5760360" cy="2160360"/>
          </a:xfrm>
          <a:custGeom>
            <a:avLst/>
            <a:gdLst/>
            <a:ahLst/>
            <a:rect l="0" t="0" r="r" b="b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3" name=""/>
          <p:cNvSpPr/>
          <p:nvPr/>
        </p:nvSpPr>
        <p:spPr>
          <a:xfrm>
            <a:off x="5580000" y="1260000"/>
            <a:ext cx="4500360" cy="3780360"/>
          </a:xfrm>
          <a:custGeom>
            <a:avLst/>
            <a:gdLst/>
            <a:ahLst/>
            <a:rect l="0" t="0" r="r" b="b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5580000" y="3060000"/>
            <a:ext cx="4500360" cy="2610360"/>
          </a:xfrm>
          <a:custGeom>
            <a:avLst/>
            <a:gdLst/>
            <a:ahLst/>
            <a:rect l="0" t="0" r="r" b="b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0" y="3762000"/>
            <a:ext cx="5760360" cy="1908360"/>
          </a:xfrm>
          <a:custGeom>
            <a:avLst/>
            <a:gdLst/>
            <a:ahLst/>
            <a:rect l="0" t="0" r="r" b="b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0" y="540000"/>
            <a:ext cx="4320360" cy="3780360"/>
          </a:xfrm>
          <a:custGeom>
            <a:avLst/>
            <a:gdLst/>
            <a:ahLst/>
            <a:rect l="0" t="0" r="r" b="b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8DA428B5-E24F-4A90-9442-73161C4DCC99}" type="slidenum"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indent="0" algn="ctr">
              <a:spcAft>
                <a:spcPts val="1060"/>
              </a:spcAft>
            </a:pPr>
            <a:r>
              <a:rPr b="0" lang="en-IN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IN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b="0" lang="en-IN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b="0" lang="en-IN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b="0" lang="en-IN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b="0" lang="en-IN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b="0" lang="en-IN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b="0" lang="en-IN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b="0" lang="en-IN" sz="1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b="0" lang="en-IN" sz="1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b="0" lang="en-IN" sz="1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b="0" lang="en-IN" sz="1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ffffff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IN" sz="3200" strike="noStrike" u="non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cu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0" y="0"/>
            <a:ext cx="3276360" cy="3240360"/>
          </a:xfrm>
          <a:custGeom>
            <a:avLst/>
            <a:gdLst/>
            <a:ahLst/>
            <a:rect l="0" t="0" r="r" b="b"/>
            <a:pathLst>
              <a:path w="9101" h="9001">
                <a:moveTo>
                  <a:pt x="0" y="0"/>
                </a:moveTo>
                <a:lnTo>
                  <a:pt x="9101" y="0"/>
                </a:lnTo>
                <a:lnTo>
                  <a:pt x="6101" y="9001"/>
                </a:lnTo>
                <a:lnTo>
                  <a:pt x="0" y="4501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3240000" y="0"/>
            <a:ext cx="5400360" cy="1080360"/>
          </a:xfrm>
          <a:custGeom>
            <a:avLst/>
            <a:gdLst/>
            <a:ahLst/>
            <a:rect l="0" t="0" r="r" b="b"/>
            <a:pathLst>
              <a:path w="15001" h="3001">
                <a:moveTo>
                  <a:pt x="1000" y="0"/>
                </a:moveTo>
                <a:lnTo>
                  <a:pt x="0" y="3001"/>
                </a:lnTo>
                <a:lnTo>
                  <a:pt x="15001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6120000" y="0"/>
            <a:ext cx="3960360" cy="3780360"/>
          </a:xfrm>
          <a:custGeom>
            <a:avLst/>
            <a:gdLst/>
            <a:ahLst/>
            <a:rect l="0" t="0" r="r" b="b"/>
            <a:pathLst>
              <a:path w="11001" h="10501">
                <a:moveTo>
                  <a:pt x="11001" y="0"/>
                </a:moveTo>
                <a:lnTo>
                  <a:pt x="0" y="2500"/>
                </a:lnTo>
                <a:lnTo>
                  <a:pt x="11001" y="10501"/>
                </a:lnTo>
                <a:lnTo>
                  <a:pt x="11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6840000" y="2520000"/>
            <a:ext cx="3240360" cy="3150360"/>
          </a:xfrm>
          <a:custGeom>
            <a:avLst/>
            <a:gdLst/>
            <a:ahLst/>
            <a:rect l="0" t="0" r="r" b="b"/>
            <a:pathLst>
              <a:path w="9001" h="8751">
                <a:moveTo>
                  <a:pt x="9001" y="4501"/>
                </a:moveTo>
                <a:lnTo>
                  <a:pt x="3000" y="0"/>
                </a:lnTo>
                <a:lnTo>
                  <a:pt x="0" y="8751"/>
                </a:lnTo>
                <a:lnTo>
                  <a:pt x="9001" y="8751"/>
                </a:lnTo>
                <a:lnTo>
                  <a:pt x="9001" y="450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1800000" y="4500000"/>
            <a:ext cx="5040360" cy="1170360"/>
          </a:xfrm>
          <a:custGeom>
            <a:avLst/>
            <a:gdLst/>
            <a:ahLst/>
            <a:rect l="0" t="0" r="r" b="b"/>
            <a:pathLst>
              <a:path w="14001" h="3251">
                <a:moveTo>
                  <a:pt x="0" y="3251"/>
                </a:moveTo>
                <a:lnTo>
                  <a:pt x="13001" y="3251"/>
                </a:lnTo>
                <a:lnTo>
                  <a:pt x="14001" y="0"/>
                </a:lnTo>
                <a:lnTo>
                  <a:pt x="0" y="3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0" y="2160000"/>
            <a:ext cx="3996360" cy="3510360"/>
          </a:xfrm>
          <a:custGeom>
            <a:avLst/>
            <a:gdLst/>
            <a:ahLst/>
            <a:rect l="0" t="0" r="r" b="b"/>
            <a:pathLst>
              <a:path w="11101" h="9751">
                <a:moveTo>
                  <a:pt x="0" y="9751"/>
                </a:moveTo>
                <a:lnTo>
                  <a:pt x="1602" y="9751"/>
                </a:lnTo>
                <a:lnTo>
                  <a:pt x="11101" y="7440"/>
                </a:lnTo>
                <a:lnTo>
                  <a:pt x="0" y="0"/>
                </a:lnTo>
                <a:lnTo>
                  <a:pt x="0" y="9751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DAF6BAA0-2AFA-4017-B7EF-7E00E578C7F5}" type="slidenum"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IN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IN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IN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b="0" lang="en-IN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b="0" lang="en-IN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0" y="0"/>
            <a:ext cx="3276360" cy="3240360"/>
          </a:xfrm>
          <a:custGeom>
            <a:avLst/>
            <a:gdLst/>
            <a:ahLst/>
            <a:rect l="0" t="0" r="r" b="b"/>
            <a:pathLst>
              <a:path w="9101" h="9001">
                <a:moveTo>
                  <a:pt x="0" y="0"/>
                </a:moveTo>
                <a:lnTo>
                  <a:pt x="9101" y="0"/>
                </a:lnTo>
                <a:lnTo>
                  <a:pt x="6101" y="9001"/>
                </a:lnTo>
                <a:lnTo>
                  <a:pt x="0" y="4501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"/>
          <p:cNvSpPr/>
          <p:nvPr/>
        </p:nvSpPr>
        <p:spPr>
          <a:xfrm>
            <a:off x="3240000" y="0"/>
            <a:ext cx="5400360" cy="1080360"/>
          </a:xfrm>
          <a:custGeom>
            <a:avLst/>
            <a:gdLst/>
            <a:ahLst/>
            <a:rect l="0" t="0" r="r" b="b"/>
            <a:pathLst>
              <a:path w="15001" h="3001">
                <a:moveTo>
                  <a:pt x="1000" y="0"/>
                </a:moveTo>
                <a:lnTo>
                  <a:pt x="0" y="3001"/>
                </a:lnTo>
                <a:lnTo>
                  <a:pt x="15001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4" name=""/>
          <p:cNvSpPr/>
          <p:nvPr/>
        </p:nvSpPr>
        <p:spPr>
          <a:xfrm>
            <a:off x="6120000" y="0"/>
            <a:ext cx="3960360" cy="3780360"/>
          </a:xfrm>
          <a:custGeom>
            <a:avLst/>
            <a:gdLst/>
            <a:ahLst/>
            <a:rect l="0" t="0" r="r" b="b"/>
            <a:pathLst>
              <a:path w="11001" h="10501">
                <a:moveTo>
                  <a:pt x="11001" y="0"/>
                </a:moveTo>
                <a:lnTo>
                  <a:pt x="0" y="2500"/>
                </a:lnTo>
                <a:lnTo>
                  <a:pt x="11001" y="10501"/>
                </a:lnTo>
                <a:lnTo>
                  <a:pt x="11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6840000" y="2520000"/>
            <a:ext cx="3240360" cy="3150360"/>
          </a:xfrm>
          <a:custGeom>
            <a:avLst/>
            <a:gdLst/>
            <a:ahLst/>
            <a:rect l="0" t="0" r="r" b="b"/>
            <a:pathLst>
              <a:path w="9001" h="8751">
                <a:moveTo>
                  <a:pt x="9001" y="4501"/>
                </a:moveTo>
                <a:lnTo>
                  <a:pt x="3000" y="0"/>
                </a:lnTo>
                <a:lnTo>
                  <a:pt x="0" y="8751"/>
                </a:lnTo>
                <a:lnTo>
                  <a:pt x="9001" y="8751"/>
                </a:lnTo>
                <a:lnTo>
                  <a:pt x="9001" y="450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1800000" y="4500000"/>
            <a:ext cx="5040360" cy="1170360"/>
          </a:xfrm>
          <a:custGeom>
            <a:avLst/>
            <a:gdLst/>
            <a:ahLst/>
            <a:rect l="0" t="0" r="r" b="b"/>
            <a:pathLst>
              <a:path w="14001" h="3251">
                <a:moveTo>
                  <a:pt x="0" y="3251"/>
                </a:moveTo>
                <a:lnTo>
                  <a:pt x="13001" y="3251"/>
                </a:lnTo>
                <a:lnTo>
                  <a:pt x="14001" y="0"/>
                </a:lnTo>
                <a:lnTo>
                  <a:pt x="0" y="3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0" y="2160000"/>
            <a:ext cx="3996360" cy="3510360"/>
          </a:xfrm>
          <a:custGeom>
            <a:avLst/>
            <a:gdLst/>
            <a:ahLst/>
            <a:rect l="0" t="0" r="r" b="b"/>
            <a:pathLst>
              <a:path w="11101" h="9751">
                <a:moveTo>
                  <a:pt x="0" y="9751"/>
                </a:moveTo>
                <a:lnTo>
                  <a:pt x="1602" y="9751"/>
                </a:lnTo>
                <a:lnTo>
                  <a:pt x="11101" y="7440"/>
                </a:lnTo>
                <a:lnTo>
                  <a:pt x="0" y="0"/>
                </a:lnTo>
                <a:lnTo>
                  <a:pt x="0" y="9751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5ADB8EE0-36D7-43B9-85CC-2A26162D2D91}" type="slidenum"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IN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IN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IN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b="0" lang="en-IN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b="0" lang="en-IN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0" y="0"/>
            <a:ext cx="1980360" cy="3420360"/>
          </a:xfrm>
          <a:custGeom>
            <a:avLst/>
            <a:gdLst/>
            <a:ahLst/>
            <a:rect l="0" t="0" r="r" b="b"/>
            <a:pathLst>
              <a:path w="5501" h="9501">
                <a:moveTo>
                  <a:pt x="0" y="0"/>
                </a:moveTo>
                <a:lnTo>
                  <a:pt x="0" y="8001"/>
                </a:lnTo>
                <a:lnTo>
                  <a:pt x="2500" y="9501"/>
                </a:lnTo>
                <a:lnTo>
                  <a:pt x="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5" name=""/>
          <p:cNvSpPr/>
          <p:nvPr/>
        </p:nvSpPr>
        <p:spPr>
          <a:xfrm>
            <a:off x="2340000" y="0"/>
            <a:ext cx="1980360" cy="360360"/>
          </a:xfrm>
          <a:custGeom>
            <a:avLst/>
            <a:gdLst/>
            <a:ahLst/>
            <a:rect l="0" t="0" r="r" b="b"/>
            <a:pathLst>
              <a:path w="5501" h="1001">
                <a:moveTo>
                  <a:pt x="500" y="0"/>
                </a:moveTo>
                <a:lnTo>
                  <a:pt x="0" y="1001"/>
                </a:lnTo>
                <a:lnTo>
                  <a:pt x="5501" y="0"/>
                </a:lnTo>
                <a:lnTo>
                  <a:pt x="5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6480000" y="0"/>
            <a:ext cx="3600360" cy="2700360"/>
          </a:xfrm>
          <a:custGeom>
            <a:avLst/>
            <a:gdLst/>
            <a:ahLst/>
            <a:rect l="0" t="0" r="r" b="b"/>
            <a:pathLst>
              <a:path w="10001" h="7501">
                <a:moveTo>
                  <a:pt x="10001" y="0"/>
                </a:moveTo>
                <a:lnTo>
                  <a:pt x="1000" y="0"/>
                </a:lnTo>
                <a:lnTo>
                  <a:pt x="0" y="500"/>
                </a:lnTo>
                <a:lnTo>
                  <a:pt x="10001" y="7501"/>
                </a:lnTo>
                <a:lnTo>
                  <a:pt x="10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"/>
          <p:cNvSpPr/>
          <p:nvPr/>
        </p:nvSpPr>
        <p:spPr>
          <a:xfrm>
            <a:off x="8100000" y="2340000"/>
            <a:ext cx="1980360" cy="3330360"/>
          </a:xfrm>
          <a:custGeom>
            <a:avLst/>
            <a:gdLst/>
            <a:ahLst/>
            <a:rect l="0" t="0" r="r" b="b"/>
            <a:pathLst>
              <a:path w="5501" h="9251">
                <a:moveTo>
                  <a:pt x="5501" y="9251"/>
                </a:moveTo>
                <a:lnTo>
                  <a:pt x="5501" y="2000"/>
                </a:lnTo>
                <a:lnTo>
                  <a:pt x="3001" y="0"/>
                </a:lnTo>
                <a:lnTo>
                  <a:pt x="0" y="9251"/>
                </a:lnTo>
                <a:lnTo>
                  <a:pt x="5501" y="9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5940000" y="5220000"/>
            <a:ext cx="1800000" cy="450360"/>
          </a:xfrm>
          <a:custGeom>
            <a:avLst/>
            <a:gdLst/>
            <a:ahLst/>
            <a:rect l="0" t="0" r="r" b="b"/>
            <a:pathLst>
              <a:path w="5000" h="1251">
                <a:moveTo>
                  <a:pt x="4500" y="1251"/>
                </a:moveTo>
                <a:lnTo>
                  <a:pt x="5000" y="0"/>
                </a:lnTo>
                <a:lnTo>
                  <a:pt x="0" y="1251"/>
                </a:lnTo>
                <a:lnTo>
                  <a:pt x="4500" y="1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9" name=""/>
          <p:cNvSpPr/>
          <p:nvPr/>
        </p:nvSpPr>
        <p:spPr>
          <a:xfrm>
            <a:off x="0" y="3240000"/>
            <a:ext cx="3240360" cy="2430360"/>
          </a:xfrm>
          <a:custGeom>
            <a:avLst/>
            <a:gdLst/>
            <a:ahLst/>
            <a:rect l="0" t="0" r="r" b="b"/>
            <a:pathLst>
              <a:path w="9001" h="6751">
                <a:moveTo>
                  <a:pt x="0" y="0"/>
                </a:moveTo>
                <a:lnTo>
                  <a:pt x="0" y="6751"/>
                </a:lnTo>
                <a:lnTo>
                  <a:pt x="9001" y="6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8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IN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800000" y="1440000"/>
            <a:ext cx="648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IN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IN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b="0" lang="en-IN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b="0" lang="en-IN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b="0" lang="en-IN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b="0" lang="en-IN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6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b="0" lang="en-IN" sz="16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13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14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IN" sz="1400" strike="noStrike" u="non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808080"/>
                </a:solidFill>
                <a:effectLst/>
                <a:uFillTx/>
                <a:latin typeface="DejaVu Sans"/>
              </a:rPr>
              <a:t>&lt;footer&gt;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15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6ED6631C-D537-4372-9225-669455324542}" type="slidenum"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1080360" cy="3420360"/>
          </a:xfrm>
          <a:custGeom>
            <a:avLst/>
            <a:gdLst/>
            <a:ahLst/>
            <a:rect l="0" t="0" r="r" b="b"/>
            <a:pathLst>
              <a:path w="3001" h="9501">
                <a:moveTo>
                  <a:pt x="0" y="0"/>
                </a:moveTo>
                <a:lnTo>
                  <a:pt x="0" y="9501"/>
                </a:lnTo>
                <a:lnTo>
                  <a:pt x="3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6" name=""/>
          <p:cNvSpPr/>
          <p:nvPr/>
        </p:nvSpPr>
        <p:spPr>
          <a:xfrm>
            <a:off x="7740000" y="0"/>
            <a:ext cx="2340360" cy="1620360"/>
          </a:xfrm>
          <a:custGeom>
            <a:avLst/>
            <a:gdLst/>
            <a:ahLst/>
            <a:rect l="0" t="0" r="r" b="b"/>
            <a:pathLst>
              <a:path w="6501" h="4501">
                <a:moveTo>
                  <a:pt x="6501" y="0"/>
                </a:moveTo>
                <a:lnTo>
                  <a:pt x="0" y="0"/>
                </a:lnTo>
                <a:lnTo>
                  <a:pt x="6501" y="4501"/>
                </a:lnTo>
                <a:lnTo>
                  <a:pt x="65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7" name=""/>
          <p:cNvSpPr/>
          <p:nvPr/>
        </p:nvSpPr>
        <p:spPr>
          <a:xfrm>
            <a:off x="9000000" y="2520000"/>
            <a:ext cx="1080360" cy="3150360"/>
          </a:xfrm>
          <a:custGeom>
            <a:avLst/>
            <a:gdLst/>
            <a:ahLst/>
            <a:rect l="0" t="0" r="r" b="b"/>
            <a:pathLst>
              <a:path w="3001" h="8751">
                <a:moveTo>
                  <a:pt x="3001" y="8751"/>
                </a:moveTo>
                <a:lnTo>
                  <a:pt x="3001" y="0"/>
                </a:lnTo>
                <a:lnTo>
                  <a:pt x="0" y="8751"/>
                </a:lnTo>
                <a:lnTo>
                  <a:pt x="3001" y="87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8" name=""/>
          <p:cNvSpPr/>
          <p:nvPr/>
        </p:nvSpPr>
        <p:spPr>
          <a:xfrm>
            <a:off x="0" y="4320000"/>
            <a:ext cx="1980360" cy="1350360"/>
          </a:xfrm>
          <a:custGeom>
            <a:avLst/>
            <a:gdLst/>
            <a:ahLst/>
            <a:rect l="0" t="0" r="r" b="b"/>
            <a:pathLst>
              <a:path w="5501" h="3751">
                <a:moveTo>
                  <a:pt x="0" y="0"/>
                </a:moveTo>
                <a:lnTo>
                  <a:pt x="0" y="3751"/>
                </a:lnTo>
                <a:lnTo>
                  <a:pt x="5501" y="3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dt" idx="16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17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IN" sz="1400" strike="noStrike" u="non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808080"/>
                </a:solidFill>
                <a:effectLst/>
                <a:uFillTx/>
                <a:latin typeface="DejaVu Sans"/>
              </a:rPr>
              <a:t>&lt;footer&gt;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18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AF765329-F6D3-4CEA-8764-40D9D29C943C}" type="slidenum"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IN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IN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IN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b="0" lang="en-IN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b="0" lang="en-IN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ocu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0" y="0"/>
            <a:ext cx="1080360" cy="3420360"/>
          </a:xfrm>
          <a:custGeom>
            <a:avLst/>
            <a:gdLst/>
            <a:ahLst/>
            <a:rect l="0" t="0" r="r" b="b"/>
            <a:pathLst>
              <a:path w="3001" h="9501">
                <a:moveTo>
                  <a:pt x="0" y="0"/>
                </a:moveTo>
                <a:lnTo>
                  <a:pt x="0" y="9501"/>
                </a:lnTo>
                <a:lnTo>
                  <a:pt x="3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7740000" y="0"/>
            <a:ext cx="2340360" cy="1620360"/>
          </a:xfrm>
          <a:custGeom>
            <a:avLst/>
            <a:gdLst/>
            <a:ahLst/>
            <a:rect l="0" t="0" r="r" b="b"/>
            <a:pathLst>
              <a:path w="6501" h="4501">
                <a:moveTo>
                  <a:pt x="6501" y="0"/>
                </a:moveTo>
                <a:lnTo>
                  <a:pt x="0" y="0"/>
                </a:lnTo>
                <a:lnTo>
                  <a:pt x="6501" y="4501"/>
                </a:lnTo>
                <a:lnTo>
                  <a:pt x="65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9000000" y="2520000"/>
            <a:ext cx="1080360" cy="3150360"/>
          </a:xfrm>
          <a:custGeom>
            <a:avLst/>
            <a:gdLst/>
            <a:ahLst/>
            <a:rect l="0" t="0" r="r" b="b"/>
            <a:pathLst>
              <a:path w="3001" h="8751">
                <a:moveTo>
                  <a:pt x="3001" y="8751"/>
                </a:moveTo>
                <a:lnTo>
                  <a:pt x="3001" y="0"/>
                </a:lnTo>
                <a:lnTo>
                  <a:pt x="0" y="8751"/>
                </a:lnTo>
                <a:lnTo>
                  <a:pt x="3001" y="87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7" name=""/>
          <p:cNvSpPr/>
          <p:nvPr/>
        </p:nvSpPr>
        <p:spPr>
          <a:xfrm>
            <a:off x="0" y="4320000"/>
            <a:ext cx="1980360" cy="1350360"/>
          </a:xfrm>
          <a:custGeom>
            <a:avLst/>
            <a:gdLst/>
            <a:ahLst/>
            <a:rect l="0" t="0" r="r" b="b"/>
            <a:pathLst>
              <a:path w="5501" h="3751">
                <a:moveTo>
                  <a:pt x="0" y="0"/>
                </a:moveTo>
                <a:lnTo>
                  <a:pt x="0" y="3751"/>
                </a:lnTo>
                <a:lnTo>
                  <a:pt x="5501" y="3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1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dt" idx="19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20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IN" sz="1400" strike="noStrike" u="non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808080"/>
                </a:solidFill>
                <a:effectLst/>
                <a:uFillTx/>
                <a:latin typeface="DejaVu Sans"/>
              </a:rPr>
              <a:t>&lt;footer&gt;</a:t>
            </a:r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21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61F7CC60-21F5-40FD-9869-7CA1FDF4515E}" type="slidenum">
              <a:rPr b="0" lang="en-IN" sz="1400" strike="noStrike" u="non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b="0" lang="en-IN" sz="1400" strike="noStrike" u="non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b="0" lang="en-IN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b="0" lang="en-IN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marL="864000" indent="-324000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IN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b="0" lang="en-IN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marL="1296000" indent="-288000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b="0" lang="en-IN" sz="20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marL="1728000" indent="-216000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marL="2160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marL="2592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marL="3024000" indent="-216000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b="0" lang="en-IN" sz="18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ubTitle"/>
          </p:nvPr>
        </p:nvSpPr>
        <p:spPr>
          <a:xfrm>
            <a:off x="3745440" y="1911240"/>
            <a:ext cx="2561760" cy="185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b="1" i="1" lang="en-IN" sz="2200" strike="noStrike" u="none">
                <a:solidFill>
                  <a:srgbClr val="666666"/>
                </a:solidFill>
                <a:effectLst/>
                <a:uFillTx/>
                <a:latin typeface="DejaVu Sans"/>
              </a:rPr>
              <a:t>Muthukumaran</a:t>
            </a:r>
            <a:endParaRPr b="1" i="1" lang="en-IN" sz="22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648360" y="115560"/>
            <a:ext cx="4039560" cy="168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i="1" lang="en-IN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Regression using LightGBM</a:t>
            </a:r>
            <a:br>
              <a:rPr sz="4000"/>
            </a:br>
            <a:endParaRPr b="1" i="1" lang="en-IN" sz="4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765080" y="225720"/>
            <a:ext cx="65926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What is LightGBM</a:t>
            </a:r>
            <a:endParaRPr b="0" lang="en-IN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765080" y="1326600"/>
            <a:ext cx="6514920" cy="38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LightGB is an open-source gradient boosting framework designed for efficient and scalable machine learning. It works for both structured and unstructured data and is optimized for speed and memory usage.</a:t>
            </a:r>
            <a:endParaRPr b="1" lang="en-IN" sz="2000" strike="noStrike" u="non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Handles large datasets with millions of rows and columns</a:t>
            </a:r>
            <a:endParaRPr b="1" lang="en-IN" sz="2000" strike="noStrike" u="non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Supports parallel and distributed computing</a:t>
            </a:r>
            <a:endParaRPr b="1" lang="en-IN" sz="2000" strike="noStrike" u="non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Uses histogram-based techniques and leaf-wise tree growth for efficiency</a:t>
            </a:r>
            <a:endParaRPr b="1" lang="en-IN" sz="2000" strike="noStrike" u="non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Provides options like Exclusive Feature Bundling (EFB) and Gradient-based One-Side Sampling (GOSS) for faster computation and reduced memory usage</a:t>
            </a:r>
            <a:endParaRPr b="1" lang="en-IN" sz="2000" strike="noStrike" u="non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 </a:t>
            </a:r>
            <a:endParaRPr b="1" lang="en-IN" sz="2000" strike="noStrike" u="none">
              <a:solidFill>
                <a:srgbClr val="666666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ECF291-020A-47EB-9DEF-FD7032D62D9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Installation and syntax</a:t>
            </a:r>
            <a:endParaRPr b="0" lang="en-IN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900000" y="126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!pip install lightgbm </a:t>
            </a:r>
            <a:endParaRPr b="1" lang="en-IN" sz="2000" strike="noStrike" u="none">
              <a:solidFill>
                <a:srgbClr val="666666"/>
              </a:solidFill>
              <a:effectLst/>
              <a:uFillTx/>
              <a:latin typeface="Times New Roman"/>
            </a:endParaRPr>
          </a:p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n-IN" sz="2000" strike="noStrike" u="none">
                <a:solidFill>
                  <a:srgbClr val="666666"/>
                </a:solidFill>
                <a:effectLst/>
                <a:uFillTx/>
                <a:latin typeface="Times New Roman"/>
              </a:rPr>
              <a:t>import lightgbm as lgb </a:t>
            </a:r>
            <a:endParaRPr b="1" lang="en-IN" sz="2000" strike="noStrike" u="none">
              <a:solidFill>
                <a:srgbClr val="666666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n-IN" sz="2000" strike="noStrike" u="none">
                <a:solidFill>
                  <a:srgbClr val="666666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model = LGBMRegressor(metric='rmse')</a:t>
            </a:r>
            <a:endParaRPr b="0" lang="en-IN" sz="2000" strike="noStrike" u="none">
              <a:solidFill>
                <a:srgbClr val="666666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marL="432000" indent="-324000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1" lang="en-IN" sz="2000" strike="noStrike" u="none">
                <a:solidFill>
                  <a:srgbClr val="666666"/>
                </a:solidFill>
                <a:effectLst/>
                <a:uFillTx/>
                <a:latin typeface="Liberation Mono;Courier New;DejaVu Sans Mono;Lucida Sans Typewriter"/>
                <a:ea typeface="Liberation Mono;Courier New;DejaVu Sans Mono;Lucida Sans Typewriter"/>
              </a:rPr>
              <a:t>model.fit(X_train, Y_train)</a:t>
            </a:r>
            <a:endParaRPr b="0" lang="en-IN" sz="2000" strike="noStrike" u="none">
              <a:solidFill>
                <a:srgbClr val="666666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marL="432000" indent="0">
              <a:spcAft>
                <a:spcPts val="1060"/>
              </a:spcAft>
              <a:buNone/>
            </a:pPr>
            <a:endParaRPr b="0" lang="en-IN" sz="2000" strike="noStrike" u="none">
              <a:solidFill>
                <a:srgbClr val="666666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7ED945-ED70-4DC6-94CE-62859039BC0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3200" strike="noStrike" u="none">
                <a:solidFill>
                  <a:srgbClr val="333333"/>
                </a:solidFill>
                <a:effectLst/>
                <a:uFillTx/>
                <a:latin typeface="DejaVu Sans"/>
              </a:rPr>
              <a:t>Image Explanation</a:t>
            </a:r>
            <a:endParaRPr b="0" lang="en-IN" sz="3200" strike="noStrike" u="non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82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060"/>
              </a:spcAft>
              <a:buNone/>
            </a:pPr>
            <a:endParaRPr b="0" lang="en-IN" sz="2400" strike="noStrike" u="non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720000" y="1440000"/>
            <a:ext cx="8581680" cy="360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163CB7-D7BD-4699-8716-06B185D3ED3B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1080000" y="360000"/>
            <a:ext cx="7200000" cy="486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D8A12E-A882-470F-A189-A1BD6156AB99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2025-12-10T19:41:54Z</dcterms:created>
  <dc:creator/>
  <dc:description>This work is licensed under a Creative Commons-0 licence.
It makes use of the works of Zirk.</dc:description>
  <dc:language>en-IN</dc:language>
  <cp:lastModifiedBy/>
  <dcterms:modified xsi:type="dcterms:W3CDTF">2025-12-10T19:56:06Z</dcterms:modified>
  <cp:revision>2</cp:revision>
  <dc:subject/>
  <dc:title>Focus</dc:title>
</cp:coreProperties>
</file>